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abc4949a554fbc" /><Relationship Type="http://schemas.openxmlformats.org/officeDocument/2006/relationships/extended-properties" Target="/docProps/app.xml" Id="Rbcd8cd15a16244ca" /><Relationship Type="http://schemas.openxmlformats.org/officeDocument/2006/relationships/officeDocument" Target="/ppt/presentation.xml" Id="Rb0d711ce8c3a449d" /></Relationships>
</file>

<file path=ppt/presentation.xml><?xml version="1.0" encoding="utf-8"?>
<p:presentation xmlns:p="http://schemas.openxmlformats.org/presentationml/2006/main">
  <p:sldMasterIdLst>
    <p:sldMasterId xmlns:r="http://schemas.openxmlformats.org/officeDocument/2006/relationships" id="2147483648" r:id="R37e1428f1f0b44fe"/>
  </p:sldMasterIdLst>
  <p:notesMasterIdLst>
    <p:notesMasterId xmlns:r="http://schemas.openxmlformats.org/officeDocument/2006/relationships" r:id="R14298c7001ad436f"/>
  </p:notesMasterIdLst>
  <p:sldIdLst>
    <p:sldId xmlns:r="http://schemas.openxmlformats.org/officeDocument/2006/relationships" id="256" r:id="Re761a870b30948da"/>
    <p:sldId xmlns:r="http://schemas.openxmlformats.org/officeDocument/2006/relationships" id="257" r:id="Rf2311cae87684206"/>
    <p:sldId xmlns:r="http://schemas.openxmlformats.org/officeDocument/2006/relationships" id="258" r:id="R786077136b4849d2"/>
    <p:sldId xmlns:r="http://schemas.openxmlformats.org/officeDocument/2006/relationships" id="259" r:id="R50f25e51308346fa"/>
    <p:sldId xmlns:r="http://schemas.openxmlformats.org/officeDocument/2006/relationships" id="260" r:id="R6b7f2959fd5f4d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51396cd50b41ff" /><Relationship Type="http://schemas.openxmlformats.org/officeDocument/2006/relationships/slideMaster" Target="/ppt/slideMasters/slideMaster1.xml" Id="R37e1428f1f0b44fe" /><Relationship Type="http://schemas.openxmlformats.org/officeDocument/2006/relationships/notesMaster" Target="/ppt/notesMasters/notesMaster1.xml" Id="R14298c7001ad436f" /><Relationship Type="http://schemas.openxmlformats.org/officeDocument/2006/relationships/presProps" Target="/ppt/presProps.xml" Id="R6178ee05bbfd4092" /><Relationship Type="http://schemas.openxmlformats.org/officeDocument/2006/relationships/tableStyles" Target="/ppt/tableStyles.xml" Id="R9250b1cc77634f21" /><Relationship Type="http://schemas.openxmlformats.org/officeDocument/2006/relationships/slide" Target="/ppt/slides/slide1.xml" Id="Re761a870b30948da" /><Relationship Type="http://schemas.openxmlformats.org/officeDocument/2006/relationships/slide" Target="/ppt/slides/slide2.xml" Id="Rf2311cae87684206" /><Relationship Type="http://schemas.openxmlformats.org/officeDocument/2006/relationships/slide" Target="/ppt/slides/slide3.xml" Id="R786077136b4849d2" /><Relationship Type="http://schemas.openxmlformats.org/officeDocument/2006/relationships/slide" Target="/ppt/slides/slide4.xml" Id="R50f25e51308346fa" /><Relationship Type="http://schemas.openxmlformats.org/officeDocument/2006/relationships/slide" Target="/ppt/slides/slide5.xml" Id="R6b7f2959fd5f4d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44936852c740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5dd3fa1c794fe3" /><Relationship Type="http://schemas.openxmlformats.org/officeDocument/2006/relationships/notesMaster" Target="/ppt/notesMasters/notesMaster1.xml" Id="R23eeb0d88aaf43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0ad659d3454cfa" /><Relationship Type="http://schemas.openxmlformats.org/officeDocument/2006/relationships/notesMaster" Target="/ppt/notesMasters/notesMaster1.xml" Id="R8537a04039a944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e01f3f1a3f4c53" /><Relationship Type="http://schemas.openxmlformats.org/officeDocument/2006/relationships/notesMaster" Target="/ppt/notesMasters/notesMaster1.xml" Id="R192aba71f0484d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7fdbaa048d4eae" /><Relationship Type="http://schemas.openxmlformats.org/officeDocument/2006/relationships/notesMaster" Target="/ppt/notesMasters/notesMaster1.xml" Id="R654bdd7d84db4b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953f5811164adb" /><Relationship Type="http://schemas.openxmlformats.org/officeDocument/2006/relationships/notesMaster" Target="/ppt/notesMasters/notesMaster1.xml" Id="R96e213230e6f4c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results.json (V3-B); reports/v3_c_results.json (V3-C); reports/wrong_clear_bounds.json; reports/benchmark_current_reader.json; LIMITATIONS.md. Every dataset is synthetic. Author: Kushagra Gupta, solo participant. AI coding assistants helped. Public demo: https://kushagragupta2005.github.io/gst-evidence-reconciliation/. Slide 1. Existing source template: legacy/submission/pre_v3_pitch.pptx. Loop tracing is context, not a standalone trigger. Zero-event bound is approximate, conditional on independent factories. Top-50 means monthly snapshots, not a measured weekly queue; Jan–Mar contain no active cheat months in this generator.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results.json (V3-B); reports/v3_c_results.json (V3-C); reports/wrong_clear_bounds.json; reports/benchmark_current_reader.json; LIMITATIONS.md. Every dataset is synthetic. Author: Kushagra Gupta, solo participant. AI coding assistants helped. Public demo: https://kushagragupta2005.github.io/gst-evidence-reconciliation/. Slide 2. Existing source template: legacy/submission/pre_v3_pitch.pptx. Loop tracing is context, not a standalone trigger. Zero-event bound is approximate, conditional on independent factories. Top-50 means monthly snapshots, not a measured weekly queue; Jan–Mar contain no active cheat months in this generator.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results.json (V3-B); reports/v3_c_results.json (V3-C); reports/wrong_clear_bounds.json; reports/benchmark_current_reader.json; LIMITATIONS.md. Every dataset is synthetic. Author: Kushagra Gupta, solo participant. AI coding assistants helped. Public demo: https://kushagragupta2005.github.io/gst-evidence-reconciliation/. Slide 3. Existing source template: legacy/submission/pre_v3_pitch.pptx. Loop tracing is context, not a standalone trigger. Zero-event bound is approximate, conditional on independent factories. Top-50 means monthly snapshots, not a measured weekly queue; Jan–Mar contain no active cheat months in this generator.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results.json (V3-B); reports/v3_c_results.json (V3-C); reports/wrong_clear_bounds.json; reports/benchmark_current_reader.json; LIMITATIONS.md. Every dataset is synthetic. Author: Kushagra Gupta, solo participant. AI coding assistants helped. Public demo: https://kushagragupta2005.github.io/gst-evidence-reconciliation/. Slide 4. Existing source template: legacy/submission/pre_v3_pitch.pptx. Loop tracing is context, not a standalone trigger. Zero-event bound is approximate, conditional on independent factories. Top-50 means monthly snapshots, not a measured weekly queue; Jan–Mar contain no active cheat months in this generator.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results.json (V3-B); reports/v3_c_results.json (V3-C); reports/wrong_clear_bounds.json; reports/benchmark_current_reader.json; LIMITATIONS.md. Every dataset is synthetic. Author: Kushagra Gupta, solo participant. AI coding assistants helped. Public demo: https://kushagragupta2005.github.io/gst-evidence-reconciliation/. Slide 5. Existing source template: legacy/submission/pre_v3_pitch.pptx. Loop tracing is context, not a standalone trigger. Zero-event bound is approximate, conditional on independent factories. Top-50 means monthly snapshots, not a measured weekly queue; Jan–Mar contain no active cheat months in this generator.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2662e910e147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cd8d8e6b6940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1559d8e63c4f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7847a59b024a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2aa570ac8442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b384039b2342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001409-20A0-4A00-93B9-DF3727E924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62651BD-D6C6-4C98-8177-B02B8C603F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CAAFD6-EF27-473C-8399-67AA5013CE7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374838-E73D-4894-85CF-26CACB7E38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6E7592-2BA6-4891-B6C7-144902BF56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AE7CBC9-EEA5-40D7-A4CB-8622BE21DC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117125-B5A4-46BF-BBEC-957C1D8B41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FD8F76-4022-4B1A-9F4B-FF7CAE04871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1DC1A4-379C-41C2-BCE0-2C293BF6ED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55A934-4CCA-44B6-8507-AA8C40CF1A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ca8dcf959e489e" /><Relationship Type="http://schemas.openxmlformats.org/officeDocument/2006/relationships/slideLayout" Target="/ppt/slideLayouts/slideLayout1.xml" Id="R569eb3b4771446b7" /><Relationship Type="http://schemas.openxmlformats.org/officeDocument/2006/relationships/slideLayout" Target="/ppt/slideLayouts/slideLayout2.xml" Id="Ra73b1bd404ac4ac8" /><Relationship Type="http://schemas.openxmlformats.org/officeDocument/2006/relationships/slideLayout" Target="/ppt/slideLayouts/slideLayout3.xml" Id="Rd9a8a4875fc0478e" /><Relationship Type="http://schemas.openxmlformats.org/officeDocument/2006/relationships/slideLayout" Target="/ppt/slideLayouts/slideLayout4.xml" Id="R8355b698f243443b" /><Relationship Type="http://schemas.openxmlformats.org/officeDocument/2006/relationships/slideLayout" Target="/ppt/slideLayouts/slideLayout5.xml" Id="R87da2f2d3c8f408f" /><Relationship Type="http://schemas.openxmlformats.org/officeDocument/2006/relationships/slideLayout" Target="/ppt/slideLayouts/slideLayout6.xml" Id="Rd00b715ff80741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9eb3b4771446b7"/>
    <p:sldLayoutId xmlns:r="http://schemas.openxmlformats.org/officeDocument/2006/relationships" id="2147483650" r:id="Ra73b1bd404ac4ac8"/>
    <p:sldLayoutId xmlns:r="http://schemas.openxmlformats.org/officeDocument/2006/relationships" id="2147483651" r:id="Rd9a8a4875fc0478e"/>
    <p:sldLayoutId xmlns:r="http://schemas.openxmlformats.org/officeDocument/2006/relationships" id="2147483652" r:id="R8355b698f243443b"/>
    <p:sldLayoutId xmlns:r="http://schemas.openxmlformats.org/officeDocument/2006/relationships" id="2147483653" r:id="R87da2f2d3c8f408f"/>
    <p:sldLayoutId xmlns:r="http://schemas.openxmlformats.org/officeDocument/2006/relationships" id="2147483654" r:id="Rd00b715ff80741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a45491ffb034e11" /><Relationship Type="http://schemas.openxmlformats.org/officeDocument/2006/relationships/notesSlide" Target="/ppt/notesSlides/notesSlide1.xml" Id="R8c1d20f29b8a4d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2c8ca8417a4ff3" /><Relationship Type="http://schemas.openxmlformats.org/officeDocument/2006/relationships/notesSlide" Target="/ppt/notesSlides/notesSlide2.xml" Id="Rb17dea3a607642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8ee89697334a43" /><Relationship Type="http://schemas.openxmlformats.org/officeDocument/2006/relationships/notesSlide" Target="/ppt/notesSlides/notesSlide3.xml" Id="Rd99896f3920745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3b2c836b804867" /><Relationship Type="http://schemas.openxmlformats.org/officeDocument/2006/relationships/notesSlide" Target="/ppt/notesSlides/notesSlide4.xml" Id="Rc5692c8c8d9846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5f526a70cf34a78" /><Relationship Type="http://schemas.openxmlformats.org/officeDocument/2006/relationships/notesSlide" Target="/ppt/notesSlides/notesSlide5.xml" Id="R49753082d4bb4312" /></Relationships>
</file>

<file path=ppt/slides/slide1.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D47710-0AB5-4E59-8D16-9BF726A23D86}"/>
              </a:ext>
            </a:extLst>
          </p:cNvPr>
          <p:cNvSpPr>
            <a:spLocks xmlns:a="http://schemas.openxmlformats.org/drawingml/2006/main" noGrp="1"/>
          </p:cNvSpPr>
          <p:nvPr/>
        </p:nvSpPr>
        <p:spPr>
          <a:xfrm xmlns:a="http://schemas.openxmlformats.org/drawingml/2006/main">
            <a:off x="609600" y="5715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B7D660"/>
                </a:solidFill>
              </a:defRPr>
            </a:defPPr>
            <a:lvl1pPr>
              <a:buNone/>
              <a:defRPr sz="1050" b="1">
                <a:solidFill>
                  <a:srgbClr val="B7D660"/>
                </a:solidFill>
              </a:defRPr>
            </a:lvl1pPr>
            <a:lvl2pPr>
              <a:buNone/>
              <a:defRPr sz="1050" b="1">
                <a:solidFill>
                  <a:srgbClr val="B7D660"/>
                </a:solidFill>
              </a:defRPr>
            </a:lvl2pPr>
            <a:lvl3pPr>
              <a:buNone/>
              <a:defRPr sz="1050" b="1">
                <a:solidFill>
                  <a:srgbClr val="B7D660"/>
                </a:solidFill>
              </a:defRPr>
            </a:lvl3pPr>
            <a:lvl4pPr>
              <a:buNone/>
              <a:defRPr sz="1050" b="1">
                <a:solidFill>
                  <a:srgbClr val="B7D660"/>
                </a:solidFill>
              </a:defRPr>
            </a:lvl4pPr>
            <a:lvl5pPr>
              <a:buNone/>
              <a:defRPr sz="1050" b="1">
                <a:solidFill>
                  <a:srgbClr val="B7D660"/>
                </a:solidFill>
              </a:defRPr>
            </a:lvl5pPr>
            <a:lvl6pPr>
              <a:buNone/>
              <a:defRPr sz="1050" b="1">
                <a:solidFill>
                  <a:srgbClr val="B7D660"/>
                </a:solidFill>
              </a:defRPr>
            </a:lvl6pPr>
            <a:lvl7pPr>
              <a:buNone/>
              <a:defRPr sz="1050" b="1">
                <a:solidFill>
                  <a:srgbClr val="B7D660"/>
                </a:solidFill>
              </a:defRPr>
            </a:lvl7pPr>
            <a:lvl8pPr>
              <a:buNone/>
              <a:defRPr sz="1050" b="1">
                <a:solidFill>
                  <a:srgbClr val="B7D660"/>
                </a:solidFill>
              </a:defRPr>
            </a:lvl8pPr>
            <a:lvl9pPr>
              <a:buNone/>
              <a:defRPr sz="1050" b="1">
                <a:solidFill>
                  <a:srgbClr val="B7D660"/>
                </a:solidFill>
              </a:defRPr>
            </a:lvl9pPr>
          </a:lstStyle>
          <a:p xmlns:a="http://schemas.openxmlformats.org/drawingml/2006/main">
            <a:pPr>
              <a:buNone/>
              <a:defRPr sz="1050" b="1">
                <a:solidFill>
                  <a:srgbClr val="B7D660"/>
                </a:solidFill>
              </a:defRPr>
            </a:pPr>
            <a:r>
              <a:rPr sz="1050" b="1">
                <a:solidFill>
                  <a:srgbClr val="B7D660"/>
                </a:solidFill>
              </a:rPr>
              <a:t>GST EVIDENCE RECONCILIATION</a:t>
            </a:r>
          </a:p>
        </p:txBody>
      </p:sp>
      <p:sp>
        <p:nvSpPr>
          <p:cNvPr id="2" name="">
            <a:extLst xmlns:a="http://schemas.openxmlformats.org/drawingml/2006/main">
              <a:ext uri="{FF2B5EF4-FFF2-40B4-BE49-F238E27FC236}">
                <a16:creationId xmlns:a16="http://schemas.microsoft.com/office/drawing/2014/main" id="{094411F6-465D-408A-9992-198F054B22C5}"/>
              </a:ext>
            </a:extLst>
          </p:cNvPr>
          <p:cNvSpPr>
            <a:spLocks xmlns:a="http://schemas.openxmlformats.org/drawingml/2006/main" noGrp="1"/>
          </p:cNvSpPr>
          <p:nvPr/>
        </p:nvSpPr>
        <p:spPr>
          <a:xfrm xmlns:a="http://schemas.openxmlformats.org/drawingml/2006/main">
            <a:off x="609600" y="1257300"/>
            <a:ext cx="7239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F6F1E8"/>
                </a:solidFill>
              </a:defRPr>
            </a:defPPr>
            <a:lvl1pPr>
              <a:buNone/>
              <a:defRPr sz="3750" b="1">
                <a:solidFill>
                  <a:srgbClr val="F6F1E8"/>
                </a:solidFill>
              </a:defRPr>
            </a:lvl1pPr>
            <a:lvl2pPr>
              <a:buNone/>
              <a:defRPr sz="3750" b="1">
                <a:solidFill>
                  <a:srgbClr val="F6F1E8"/>
                </a:solidFill>
              </a:defRPr>
            </a:lvl2pPr>
            <a:lvl3pPr>
              <a:buNone/>
              <a:defRPr sz="3750" b="1">
                <a:solidFill>
                  <a:srgbClr val="F6F1E8"/>
                </a:solidFill>
              </a:defRPr>
            </a:lvl3pPr>
            <a:lvl4pPr>
              <a:buNone/>
              <a:defRPr sz="3750" b="1">
                <a:solidFill>
                  <a:srgbClr val="F6F1E8"/>
                </a:solidFill>
              </a:defRPr>
            </a:lvl4pPr>
            <a:lvl5pPr>
              <a:buNone/>
              <a:defRPr sz="3750" b="1">
                <a:solidFill>
                  <a:srgbClr val="F6F1E8"/>
                </a:solidFill>
              </a:defRPr>
            </a:lvl5pPr>
            <a:lvl6pPr>
              <a:buNone/>
              <a:defRPr sz="3750" b="1">
                <a:solidFill>
                  <a:srgbClr val="F6F1E8"/>
                </a:solidFill>
              </a:defRPr>
            </a:lvl6pPr>
            <a:lvl7pPr>
              <a:buNone/>
              <a:defRPr sz="3750" b="1">
                <a:solidFill>
                  <a:srgbClr val="F6F1E8"/>
                </a:solidFill>
              </a:defRPr>
            </a:lvl7pPr>
            <a:lvl8pPr>
              <a:buNone/>
              <a:defRPr sz="3750" b="1">
                <a:solidFill>
                  <a:srgbClr val="F6F1E8"/>
                </a:solidFill>
              </a:defRPr>
            </a:lvl8pPr>
            <a:lvl9pPr>
              <a:buNone/>
              <a:defRPr sz="3750" b="1">
                <a:solidFill>
                  <a:srgbClr val="F6F1E8"/>
                </a:solidFill>
              </a:defRPr>
            </a:lvl9pPr>
          </a:lstStyle>
          <a:p xmlns:a="http://schemas.openxmlformats.org/drawingml/2006/main">
            <a:pPr>
              <a:buNone/>
              <a:defRPr sz="3750" b="1">
                <a:solidFill>
                  <a:srgbClr val="F6F1E8"/>
                </a:solidFill>
              </a:defRPr>
            </a:pPr>
            <a:r>
              <a:rPr sz="3750" b="1">
                <a:solidFill>
                  <a:srgbClr val="F6F1E8"/>
                </a:solidFill>
              </a:rPr>
              <a:t>When paperwork agrees,</a:t>
            </a:r>
          </a:p>
          <a:p xmlns:a="http://schemas.openxmlformats.org/drawingml/2006/main">
            <a:pPr>
              <a:buNone/>
              <a:defRPr sz="3750" b="1">
                <a:solidFill>
                  <a:srgbClr val="F6F1E8"/>
                </a:solidFill>
              </a:defRPr>
            </a:pPr>
            <a:r>
              <a:rPr sz="3750" b="1">
                <a:solidFill>
                  <a:srgbClr val="F6F1E8"/>
                </a:solidFill>
              </a:rPr>
              <a:t>physical reality can disagree.</a:t>
            </a:r>
          </a:p>
        </p:txBody>
      </p:sp>
      <p:sp>
        <p:nvSpPr>
          <p:cNvPr id="3" name="">
            <a:extLst xmlns:a="http://schemas.openxmlformats.org/drawingml/2006/main">
              <a:ext uri="{FF2B5EF4-FFF2-40B4-BE49-F238E27FC236}">
                <a16:creationId xmlns:a16="http://schemas.microsoft.com/office/drawing/2014/main" id="{992A4EF1-08F1-4925-83D6-29D1D5E66598}"/>
              </a:ext>
            </a:extLst>
          </p:cNvPr>
          <p:cNvSpPr>
            <a:spLocks xmlns:a="http://schemas.openxmlformats.org/drawingml/2006/main" noGrp="1"/>
          </p:cNvSpPr>
          <p:nvPr/>
        </p:nvSpPr>
        <p:spPr>
          <a:xfrm xmlns:a="http://schemas.openxmlformats.org/drawingml/2006/main">
            <a:off x="609600" y="3143250"/>
            <a:ext cx="8096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F6F1E8"/>
                </a:solidFill>
              </a:defRPr>
            </a:defPPr>
            <a:lvl1pPr>
              <a:buNone/>
              <a:defRPr sz="1350" b="0">
                <a:solidFill>
                  <a:srgbClr val="F6F1E8"/>
                </a:solidFill>
              </a:defRPr>
            </a:lvl1pPr>
            <a:lvl2pPr>
              <a:buNone/>
              <a:defRPr sz="1350" b="0">
                <a:solidFill>
                  <a:srgbClr val="F6F1E8"/>
                </a:solidFill>
              </a:defRPr>
            </a:lvl2pPr>
            <a:lvl3pPr>
              <a:buNone/>
              <a:defRPr sz="1350" b="0">
                <a:solidFill>
                  <a:srgbClr val="F6F1E8"/>
                </a:solidFill>
              </a:defRPr>
            </a:lvl3pPr>
            <a:lvl4pPr>
              <a:buNone/>
              <a:defRPr sz="1350" b="0">
                <a:solidFill>
                  <a:srgbClr val="F6F1E8"/>
                </a:solidFill>
              </a:defRPr>
            </a:lvl4pPr>
            <a:lvl5pPr>
              <a:buNone/>
              <a:defRPr sz="1350" b="0">
                <a:solidFill>
                  <a:srgbClr val="F6F1E8"/>
                </a:solidFill>
              </a:defRPr>
            </a:lvl5pPr>
            <a:lvl6pPr>
              <a:buNone/>
              <a:defRPr sz="1350" b="0">
                <a:solidFill>
                  <a:srgbClr val="F6F1E8"/>
                </a:solidFill>
              </a:defRPr>
            </a:lvl6pPr>
            <a:lvl7pPr>
              <a:buNone/>
              <a:defRPr sz="1350" b="0">
                <a:solidFill>
                  <a:srgbClr val="F6F1E8"/>
                </a:solidFill>
              </a:defRPr>
            </a:lvl7pPr>
            <a:lvl8pPr>
              <a:buNone/>
              <a:defRPr sz="1350" b="0">
                <a:solidFill>
                  <a:srgbClr val="F6F1E8"/>
                </a:solidFill>
              </a:defRPr>
            </a:lvl8pPr>
            <a:lvl9pPr>
              <a:buNone/>
              <a:defRPr sz="1350" b="0">
                <a:solidFill>
                  <a:srgbClr val="F6F1E8"/>
                </a:solidFill>
              </a:defRPr>
            </a:lvl9pPr>
          </a:lstStyle>
          <a:p xmlns:a="http://schemas.openxmlformats.org/drawingml/2006/main">
            <a:pPr>
              <a:buNone/>
              <a:defRPr sz="1350" b="0">
                <a:solidFill>
                  <a:srgbClr val="F6F1E8"/>
                </a:solidFill>
              </a:defRPr>
            </a:pPr>
            <a:r>
              <a:rPr sz="1350" b="0">
                <a:solidFill>
                  <a:srgbClr val="F6F1E8"/>
                </a:solidFill>
              </a:rPr>
              <a:t>A GST officer can’t tell which factories are hiding production or inflating tax credits, because every document she checks is declared by the factory itself, while the independent evidence (power use, goods movement, supplier records, bank flows) sits in separate places and is never compared. If this worked, she would start each week with a short list of units whose paperwork contradicts physical reality, each contradiction spelled out, and honest-but-unusual factories cleared.</a:t>
            </a:r>
          </a:p>
        </p:txBody>
      </p:sp>
      <p:sp>
        <p:nvSpPr>
          <p:cNvPr id="4" name="">
            <a:extLst xmlns:a="http://schemas.openxmlformats.org/drawingml/2006/main">
              <a:ext uri="{FF2B5EF4-FFF2-40B4-BE49-F238E27FC236}">
                <a16:creationId xmlns:a16="http://schemas.microsoft.com/office/drawing/2014/main" id="{C1A240DC-A3CE-4BC1-957C-F6C5B4F0335D}"/>
              </a:ext>
            </a:extLst>
          </p:cNvPr>
          <p:cNvSpPr>
            <a:spLocks xmlns:a="http://schemas.openxmlformats.org/drawingml/2006/main" noGrp="1"/>
          </p:cNvSpPr>
          <p:nvPr/>
        </p:nvSpPr>
        <p:spPr>
          <a:xfrm xmlns:a="http://schemas.openxmlformats.org/drawingml/2006/main">
            <a:off x="609600" y="56578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E8418A"/>
                </a:solidFill>
              </a:defRPr>
            </a:defPPr>
            <a:lvl1pPr>
              <a:buNone/>
              <a:defRPr sz="1350" b="1">
                <a:solidFill>
                  <a:srgbClr val="E8418A"/>
                </a:solidFill>
              </a:defRPr>
            </a:lvl1pPr>
            <a:lvl2pPr>
              <a:buNone/>
              <a:defRPr sz="1350" b="1">
                <a:solidFill>
                  <a:srgbClr val="E8418A"/>
                </a:solidFill>
              </a:defRPr>
            </a:lvl2pPr>
            <a:lvl3pPr>
              <a:buNone/>
              <a:defRPr sz="1350" b="1">
                <a:solidFill>
                  <a:srgbClr val="E8418A"/>
                </a:solidFill>
              </a:defRPr>
            </a:lvl3pPr>
            <a:lvl4pPr>
              <a:buNone/>
              <a:defRPr sz="1350" b="1">
                <a:solidFill>
                  <a:srgbClr val="E8418A"/>
                </a:solidFill>
              </a:defRPr>
            </a:lvl4pPr>
            <a:lvl5pPr>
              <a:buNone/>
              <a:defRPr sz="1350" b="1">
                <a:solidFill>
                  <a:srgbClr val="E8418A"/>
                </a:solidFill>
              </a:defRPr>
            </a:lvl5pPr>
            <a:lvl6pPr>
              <a:buNone/>
              <a:defRPr sz="1350" b="1">
                <a:solidFill>
                  <a:srgbClr val="E8418A"/>
                </a:solidFill>
              </a:defRPr>
            </a:lvl6pPr>
            <a:lvl7pPr>
              <a:buNone/>
              <a:defRPr sz="1350" b="1">
                <a:solidFill>
                  <a:srgbClr val="E8418A"/>
                </a:solidFill>
              </a:defRPr>
            </a:lvl7pPr>
            <a:lvl8pPr>
              <a:buNone/>
              <a:defRPr sz="1350" b="1">
                <a:solidFill>
                  <a:srgbClr val="E8418A"/>
                </a:solidFill>
              </a:defRPr>
            </a:lvl8pPr>
            <a:lvl9pPr>
              <a:buNone/>
              <a:defRPr sz="1350" b="1">
                <a:solidFill>
                  <a:srgbClr val="E8418A"/>
                </a:solidFill>
              </a:defRPr>
            </a:lvl9pPr>
          </a:lstStyle>
          <a:p xmlns:a="http://schemas.openxmlformats.org/drawingml/2006/main">
            <a:pPr>
              <a:buNone/>
              <a:defRPr sz="1350" b="1">
                <a:solidFill>
                  <a:srgbClr val="E8418A"/>
                </a:solidFill>
              </a:defRPr>
            </a:pPr>
            <a:r>
              <a:rPr sz="1350" b="1">
                <a:solidFill>
                  <a:srgbClr val="E8418A"/>
                </a:solidFill>
              </a:rPr>
              <a:t>Decision support for human review</a:t>
            </a:r>
          </a:p>
        </p:txBody>
      </p:sp>
      <p:sp>
        <p:nvSpPr>
          <p:cNvPr id="5" name="">
            <a:extLst xmlns:a="http://schemas.openxmlformats.org/drawingml/2006/main">
              <a:ext uri="{FF2B5EF4-FFF2-40B4-BE49-F238E27FC236}">
                <a16:creationId xmlns:a16="http://schemas.microsoft.com/office/drawing/2014/main" id="{D12D64A0-2E26-4ED8-90A8-915375E3AC54}"/>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9AA2AD"/>
                </a:solidFill>
              </a:defRPr>
            </a:defPPr>
            <a:lvl1pPr>
              <a:buNone/>
              <a:defRPr sz="750" b="1">
                <a:solidFill>
                  <a:srgbClr val="9AA2AD"/>
                </a:solidFill>
              </a:defRPr>
            </a:lvl1pPr>
            <a:lvl2pPr>
              <a:buNone/>
              <a:defRPr sz="750" b="1">
                <a:solidFill>
                  <a:srgbClr val="9AA2AD"/>
                </a:solidFill>
              </a:defRPr>
            </a:lvl2pPr>
            <a:lvl3pPr>
              <a:buNone/>
              <a:defRPr sz="750" b="1">
                <a:solidFill>
                  <a:srgbClr val="9AA2AD"/>
                </a:solidFill>
              </a:defRPr>
            </a:lvl3pPr>
            <a:lvl4pPr>
              <a:buNone/>
              <a:defRPr sz="750" b="1">
                <a:solidFill>
                  <a:srgbClr val="9AA2AD"/>
                </a:solidFill>
              </a:defRPr>
            </a:lvl4pPr>
            <a:lvl5pPr>
              <a:buNone/>
              <a:defRPr sz="750" b="1">
                <a:solidFill>
                  <a:srgbClr val="9AA2AD"/>
                </a:solidFill>
              </a:defRPr>
            </a:lvl5pPr>
            <a:lvl6pPr>
              <a:buNone/>
              <a:defRPr sz="750" b="1">
                <a:solidFill>
                  <a:srgbClr val="9AA2AD"/>
                </a:solidFill>
              </a:defRPr>
            </a:lvl6pPr>
            <a:lvl7pPr>
              <a:buNone/>
              <a:defRPr sz="750" b="1">
                <a:solidFill>
                  <a:srgbClr val="9AA2AD"/>
                </a:solidFill>
              </a:defRPr>
            </a:lvl7pPr>
            <a:lvl8pPr>
              <a:buNone/>
              <a:defRPr sz="750" b="1">
                <a:solidFill>
                  <a:srgbClr val="9AA2AD"/>
                </a:solidFill>
              </a:defRPr>
            </a:lvl8pPr>
            <a:lvl9pPr>
              <a:buNone/>
              <a:defRPr sz="750" b="1">
                <a:solidFill>
                  <a:srgbClr val="9AA2AD"/>
                </a:solidFill>
              </a:defRPr>
            </a:lvl9pPr>
          </a:lstStyle>
          <a:p xmlns:a="http://schemas.openxmlformats.org/drawingml/2006/main">
            <a:pPr>
              <a:buNone/>
              <a:defRPr sz="750" b="1">
                <a:solidFill>
                  <a:srgbClr val="9AA2AD"/>
                </a:solidFill>
              </a:defRPr>
            </a:pPr>
            <a:r>
              <a:rPr sz="750" b="1">
                <a:solidFill>
                  <a:srgbClr val="9AA2AD"/>
                </a:solidFill>
              </a:rPr>
              <a:t>EXATHON INDIA 2026  ·  KUSHAGRA GUPTA  ·  SYNTHETIC DATA</a:t>
            </a:r>
          </a:p>
        </p:txBody>
      </p:sp>
      <p:sp>
        <p:nvSpPr>
          <p:cNvPr id="6" name="">
            <a:extLst xmlns:a="http://schemas.openxmlformats.org/drawingml/2006/main">
              <a:ext uri="{FF2B5EF4-FFF2-40B4-BE49-F238E27FC236}">
                <a16:creationId xmlns:a16="http://schemas.microsoft.com/office/drawing/2014/main" id="{8C3CEF37-0245-4F48-8949-969F4A3A9E6E}"/>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buNone/>
              <a:defRPr sz="900" b="1">
                <a:solidFill>
                  <a:srgbClr val="B7D660"/>
                </a:solidFill>
              </a:defRPr>
            </a:lvl1pPr>
            <a:lvl2pPr>
              <a:buNone/>
              <a:defRPr sz="900" b="1">
                <a:solidFill>
                  <a:srgbClr val="B7D660"/>
                </a:solidFill>
              </a:defRPr>
            </a:lvl2pPr>
            <a:lvl3pPr>
              <a:buNone/>
              <a:defRPr sz="900" b="1">
                <a:solidFill>
                  <a:srgbClr val="B7D660"/>
                </a:solidFill>
              </a:defRPr>
            </a:lvl3pPr>
            <a:lvl4pPr>
              <a:buNone/>
              <a:defRPr sz="900" b="1">
                <a:solidFill>
                  <a:srgbClr val="B7D660"/>
                </a:solidFill>
              </a:defRPr>
            </a:lvl4pPr>
            <a:lvl5pPr>
              <a:buNone/>
              <a:defRPr sz="900" b="1">
                <a:solidFill>
                  <a:srgbClr val="B7D660"/>
                </a:solidFill>
              </a:defRPr>
            </a:lvl5pPr>
            <a:lvl6pPr>
              <a:buNone/>
              <a:defRPr sz="900" b="1">
                <a:solidFill>
                  <a:srgbClr val="B7D660"/>
                </a:solidFill>
              </a:defRPr>
            </a:lvl6pPr>
            <a:lvl7pPr>
              <a:buNone/>
              <a:defRPr sz="900" b="1">
                <a:solidFill>
                  <a:srgbClr val="B7D660"/>
                </a:solidFill>
              </a:defRPr>
            </a:lvl7pPr>
            <a:lvl8pPr>
              <a:buNone/>
              <a:defRPr sz="900" b="1">
                <a:solidFill>
                  <a:srgbClr val="B7D660"/>
                </a:solidFill>
              </a:defRPr>
            </a:lvl8pPr>
            <a:lvl9pPr>
              <a:buNone/>
              <a:defRPr sz="900" b="1">
                <a:solidFill>
                  <a:srgbClr val="B7D660"/>
                </a:solidFill>
              </a:defRPr>
            </a:lvl9pPr>
          </a:lstStyle>
          <a:p xmlns:a="http://schemas.openxmlformats.org/drawingml/2006/main">
            <a:pPr>
              <a:buNone/>
              <a:defRPr sz="900" b="1">
                <a:solidFill>
                  <a:srgbClr val="B7D660"/>
                </a:solidFill>
              </a:defRPr>
            </a:pPr>
            <a:r>
              <a:rPr sz="900" b="1">
                <a:solidFill>
                  <a:srgbClr val="B7D660"/>
                </a:solidFill>
              </a:rPr>
              <a:t>01</a:t>
            </a:r>
          </a:p>
        </p:txBody>
      </p:sp>
    </p:spTree>
    <p:extLst>
      <p:ext uri="{BB962C8B-B14F-4D97-AF65-F5344CB8AC3E}">
        <p14:creationId xmlns:p14="http://schemas.microsoft.com/office/powerpoint/2010/main" val="1216845070"/>
      </p:ext>
    </p:extLst>
  </p:cSld>
</p:sld>
</file>

<file path=ppt/slides/slide2.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68D298C-4D6E-49D2-9130-B225995810F2}"/>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buNone/>
              <a:defRPr sz="900" b="1">
                <a:solidFill>
                  <a:srgbClr val="B7D660"/>
                </a:solidFill>
              </a:defRPr>
            </a:lvl1pPr>
            <a:lvl2pPr>
              <a:buNone/>
              <a:defRPr sz="900" b="1">
                <a:solidFill>
                  <a:srgbClr val="B7D660"/>
                </a:solidFill>
              </a:defRPr>
            </a:lvl2pPr>
            <a:lvl3pPr>
              <a:buNone/>
              <a:defRPr sz="900" b="1">
                <a:solidFill>
                  <a:srgbClr val="B7D660"/>
                </a:solidFill>
              </a:defRPr>
            </a:lvl3pPr>
            <a:lvl4pPr>
              <a:buNone/>
              <a:defRPr sz="900" b="1">
                <a:solidFill>
                  <a:srgbClr val="B7D660"/>
                </a:solidFill>
              </a:defRPr>
            </a:lvl4pPr>
            <a:lvl5pPr>
              <a:buNone/>
              <a:defRPr sz="900" b="1">
                <a:solidFill>
                  <a:srgbClr val="B7D660"/>
                </a:solidFill>
              </a:defRPr>
            </a:lvl5pPr>
            <a:lvl6pPr>
              <a:buNone/>
              <a:defRPr sz="900" b="1">
                <a:solidFill>
                  <a:srgbClr val="B7D660"/>
                </a:solidFill>
              </a:defRPr>
            </a:lvl6pPr>
            <a:lvl7pPr>
              <a:buNone/>
              <a:defRPr sz="900" b="1">
                <a:solidFill>
                  <a:srgbClr val="B7D660"/>
                </a:solidFill>
              </a:defRPr>
            </a:lvl7pPr>
            <a:lvl8pPr>
              <a:buNone/>
              <a:defRPr sz="900" b="1">
                <a:solidFill>
                  <a:srgbClr val="B7D660"/>
                </a:solidFill>
              </a:defRPr>
            </a:lvl8pPr>
            <a:lvl9pPr>
              <a:buNone/>
              <a:defRPr sz="900" b="1">
                <a:solidFill>
                  <a:srgbClr val="B7D660"/>
                </a:solidFill>
              </a:defRPr>
            </a:lvl9pPr>
          </a:lstStyle>
          <a:p xmlns:a="http://schemas.openxmlformats.org/drawingml/2006/main">
            <a:pPr>
              <a:buNone/>
              <a:defRPr sz="900" b="1">
                <a:solidFill>
                  <a:srgbClr val="B7D660"/>
                </a:solidFill>
              </a:defRPr>
            </a:pPr>
            <a:r>
              <a:rPr sz="900" b="1">
                <a:solidFill>
                  <a:srgbClr val="B7D660"/>
                </a:solidFill>
              </a:rPr>
              <a:t>GST EVIDENCE RECONCILIATION</a:t>
            </a:r>
          </a:p>
        </p:txBody>
      </p:sp>
      <p:sp>
        <p:nvSpPr>
          <p:cNvPr id="2" name="">
            <a:extLst xmlns:a="http://schemas.openxmlformats.org/drawingml/2006/main">
              <a:ext uri="{FF2B5EF4-FFF2-40B4-BE49-F238E27FC236}">
                <a16:creationId xmlns:a16="http://schemas.microsoft.com/office/drawing/2014/main" id="{64EE33A0-802D-427E-AB14-D9E3433B42E1}"/>
              </a:ext>
            </a:extLst>
          </p:cNvPr>
          <p:cNvSpPr>
            <a:spLocks xmlns:a="http://schemas.openxmlformats.org/drawingml/2006/main" noGrp="1"/>
          </p:cNvSpPr>
          <p:nvPr/>
        </p:nvSpPr>
        <p:spPr>
          <a:xfrm xmlns:a="http://schemas.openxmlformats.org/drawingml/2006/main">
            <a:off x="609600" y="8001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F6F1E8"/>
                </a:solidFill>
              </a:defRPr>
            </a:defPPr>
            <a:lvl1pPr>
              <a:buNone/>
              <a:defRPr sz="3150" b="1">
                <a:solidFill>
                  <a:srgbClr val="F6F1E8"/>
                </a:solidFill>
              </a:defRPr>
            </a:lvl1pPr>
            <a:lvl2pPr>
              <a:buNone/>
              <a:defRPr sz="3150" b="1">
                <a:solidFill>
                  <a:srgbClr val="F6F1E8"/>
                </a:solidFill>
              </a:defRPr>
            </a:lvl2pPr>
            <a:lvl3pPr>
              <a:buNone/>
              <a:defRPr sz="3150" b="1">
                <a:solidFill>
                  <a:srgbClr val="F6F1E8"/>
                </a:solidFill>
              </a:defRPr>
            </a:lvl3pPr>
            <a:lvl4pPr>
              <a:buNone/>
              <a:defRPr sz="3150" b="1">
                <a:solidFill>
                  <a:srgbClr val="F6F1E8"/>
                </a:solidFill>
              </a:defRPr>
            </a:lvl4pPr>
            <a:lvl5pPr>
              <a:buNone/>
              <a:defRPr sz="3150" b="1">
                <a:solidFill>
                  <a:srgbClr val="F6F1E8"/>
                </a:solidFill>
              </a:defRPr>
            </a:lvl5pPr>
            <a:lvl6pPr>
              <a:buNone/>
              <a:defRPr sz="3150" b="1">
                <a:solidFill>
                  <a:srgbClr val="F6F1E8"/>
                </a:solidFill>
              </a:defRPr>
            </a:lvl6pPr>
            <a:lvl7pPr>
              <a:buNone/>
              <a:defRPr sz="3150" b="1">
                <a:solidFill>
                  <a:srgbClr val="F6F1E8"/>
                </a:solidFill>
              </a:defRPr>
            </a:lvl7pPr>
            <a:lvl8pPr>
              <a:buNone/>
              <a:defRPr sz="3150" b="1">
                <a:solidFill>
                  <a:srgbClr val="F6F1E8"/>
                </a:solidFill>
              </a:defRPr>
            </a:lvl8pPr>
            <a:lvl9pPr>
              <a:buNone/>
              <a:defRPr sz="3150" b="1">
                <a:solidFill>
                  <a:srgbClr val="F6F1E8"/>
                </a:solidFill>
              </a:defRPr>
            </a:lvl9pPr>
          </a:lstStyle>
          <a:p xmlns:a="http://schemas.openxmlformats.org/drawingml/2006/main">
            <a:pPr>
              <a:buNone/>
              <a:defRPr sz="3150" b="1">
                <a:solidFill>
                  <a:srgbClr val="F6F1E8"/>
                </a:solidFill>
              </a:defRPr>
            </a:pPr>
            <a:r>
              <a:rPr sz="3150" b="1">
                <a:solidFill>
                  <a:srgbClr val="F6F1E8"/>
                </a:solidFill>
              </a:rPr>
              <a:t>Impact and the current gap</a:t>
            </a:r>
          </a:p>
        </p:txBody>
      </p:sp>
      <p:sp>
        <p:nvSpPr>
          <p:cNvPr id="3" name="">
            <a:extLst xmlns:a="http://schemas.openxmlformats.org/drawingml/2006/main">
              <a:ext uri="{FF2B5EF4-FFF2-40B4-BE49-F238E27FC236}">
                <a16:creationId xmlns:a16="http://schemas.microsoft.com/office/drawing/2014/main" id="{7B1C2E50-0F95-45E5-B72F-66E2CA7B0B17}"/>
              </a:ext>
            </a:extLst>
          </p:cNvPr>
          <p:cNvSpPr>
            <a:spLocks xmlns:a="http://schemas.openxmlformats.org/drawingml/2006/main" noGrp="1"/>
          </p:cNvSpPr>
          <p:nvPr/>
        </p:nvSpPr>
        <p:spPr>
          <a:xfrm xmlns:a="http://schemas.openxmlformats.org/drawingml/2006/main">
            <a:off x="609600" y="16954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9AA2AD"/>
                </a:solidFill>
              </a:defRPr>
            </a:defPPr>
            <a:lvl1pPr>
              <a:buNone/>
              <a:defRPr sz="1350" b="0">
                <a:solidFill>
                  <a:srgbClr val="9AA2AD"/>
                </a:solidFill>
              </a:defRPr>
            </a:lvl1pPr>
            <a:lvl2pPr>
              <a:buNone/>
              <a:defRPr sz="1350" b="0">
                <a:solidFill>
                  <a:srgbClr val="9AA2AD"/>
                </a:solidFill>
              </a:defRPr>
            </a:lvl2pPr>
            <a:lvl3pPr>
              <a:buNone/>
              <a:defRPr sz="1350" b="0">
                <a:solidFill>
                  <a:srgbClr val="9AA2AD"/>
                </a:solidFill>
              </a:defRPr>
            </a:lvl3pPr>
            <a:lvl4pPr>
              <a:buNone/>
              <a:defRPr sz="1350" b="0">
                <a:solidFill>
                  <a:srgbClr val="9AA2AD"/>
                </a:solidFill>
              </a:defRPr>
            </a:lvl4pPr>
            <a:lvl5pPr>
              <a:buNone/>
              <a:defRPr sz="1350" b="0">
                <a:solidFill>
                  <a:srgbClr val="9AA2AD"/>
                </a:solidFill>
              </a:defRPr>
            </a:lvl5pPr>
            <a:lvl6pPr>
              <a:buNone/>
              <a:defRPr sz="1350" b="0">
                <a:solidFill>
                  <a:srgbClr val="9AA2AD"/>
                </a:solidFill>
              </a:defRPr>
            </a:lvl6pPr>
            <a:lvl7pPr>
              <a:buNone/>
              <a:defRPr sz="1350" b="0">
                <a:solidFill>
                  <a:srgbClr val="9AA2AD"/>
                </a:solidFill>
              </a:defRPr>
            </a:lvl7pPr>
            <a:lvl8pPr>
              <a:buNone/>
              <a:defRPr sz="1350" b="0">
                <a:solidFill>
                  <a:srgbClr val="9AA2AD"/>
                </a:solidFill>
              </a:defRPr>
            </a:lvl8pPr>
            <a:lvl9pPr>
              <a:buNone/>
              <a:defRPr sz="1350" b="0">
                <a:solidFill>
                  <a:srgbClr val="9AA2AD"/>
                </a:solidFill>
              </a:defRPr>
            </a:lvl9pPr>
          </a:lstStyle>
          <a:p xmlns:a="http://schemas.openxmlformats.org/drawingml/2006/main">
            <a:pPr>
              <a:buNone/>
              <a:defRPr sz="1350" b="0">
                <a:solidFill>
                  <a:srgbClr val="9AA2AD"/>
                </a:solidFill>
              </a:defRPr>
            </a:pPr>
            <a:r>
              <a:rPr sz="1350" b="0">
                <a:solidFill>
                  <a:srgbClr val="9AA2AD"/>
                </a:solidFill>
              </a:rPr>
              <a:t>This prototype targets officers reviewing declarations when supporting records arrive separately.</a:t>
            </a:r>
          </a:p>
        </p:txBody>
      </p:sp>
      <p:sp>
        <p:nvSpPr>
          <p:cNvPr id="4" name="">
            <a:extLst xmlns:a="http://schemas.openxmlformats.org/drawingml/2006/main">
              <a:ext uri="{FF2B5EF4-FFF2-40B4-BE49-F238E27FC236}">
                <a16:creationId xmlns:a16="http://schemas.microsoft.com/office/drawing/2014/main" id="{084E5E0B-F2D8-48CA-A9B8-7E1B69037E7E}"/>
              </a:ext>
            </a:extLst>
          </p:cNvPr>
          <p:cNvSpPr>
            <a:spLocks xmlns:a="http://schemas.openxmlformats.org/drawingml/2006/main" noGrp="1"/>
          </p:cNvSpPr>
          <p:nvPr/>
        </p:nvSpPr>
        <p:spPr>
          <a:xfrm xmlns:a="http://schemas.openxmlformats.org/drawingml/2006/main">
            <a:off x="609600" y="26670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E8418A"/>
                </a:solidFill>
              </a:defRPr>
            </a:defPPr>
            <a:lvl1pPr>
              <a:buNone/>
              <a:defRPr sz="1650" b="1">
                <a:solidFill>
                  <a:srgbClr val="E8418A"/>
                </a:solidFill>
              </a:defRPr>
            </a:lvl1pPr>
            <a:lvl2pPr>
              <a:buNone/>
              <a:defRPr sz="1650" b="1">
                <a:solidFill>
                  <a:srgbClr val="E8418A"/>
                </a:solidFill>
              </a:defRPr>
            </a:lvl2pPr>
            <a:lvl3pPr>
              <a:buNone/>
              <a:defRPr sz="1650" b="1">
                <a:solidFill>
                  <a:srgbClr val="E8418A"/>
                </a:solidFill>
              </a:defRPr>
            </a:lvl3pPr>
            <a:lvl4pPr>
              <a:buNone/>
              <a:defRPr sz="1650" b="1">
                <a:solidFill>
                  <a:srgbClr val="E8418A"/>
                </a:solidFill>
              </a:defRPr>
            </a:lvl4pPr>
            <a:lvl5pPr>
              <a:buNone/>
              <a:defRPr sz="1650" b="1">
                <a:solidFill>
                  <a:srgbClr val="E8418A"/>
                </a:solidFill>
              </a:defRPr>
            </a:lvl5pPr>
            <a:lvl6pPr>
              <a:buNone/>
              <a:defRPr sz="1650" b="1">
                <a:solidFill>
                  <a:srgbClr val="E8418A"/>
                </a:solidFill>
              </a:defRPr>
            </a:lvl6pPr>
            <a:lvl7pPr>
              <a:buNone/>
              <a:defRPr sz="1650" b="1">
                <a:solidFill>
                  <a:srgbClr val="E8418A"/>
                </a:solidFill>
              </a:defRPr>
            </a:lvl7pPr>
            <a:lvl8pPr>
              <a:buNone/>
              <a:defRPr sz="1650" b="1">
                <a:solidFill>
                  <a:srgbClr val="E8418A"/>
                </a:solidFill>
              </a:defRPr>
            </a:lvl8pPr>
            <a:lvl9pPr>
              <a:buNone/>
              <a:defRPr sz="1650" b="1">
                <a:solidFill>
                  <a:srgbClr val="E8418A"/>
                </a:solidFill>
              </a:defRPr>
            </a:lvl9pPr>
          </a:lstStyle>
          <a:p xmlns:a="http://schemas.openxmlformats.org/drawingml/2006/main">
            <a:pPr>
              <a:buNone/>
              <a:defRPr sz="1650" b="1">
                <a:solidFill>
                  <a:srgbClr val="E8418A"/>
                </a:solidFill>
              </a:defRPr>
            </a:pPr>
            <a:r>
              <a:rPr sz="1650" b="1">
                <a:solidFill>
                  <a:srgbClr val="E8418A"/>
                </a:solidFill>
              </a:rPr>
              <a:t>What exists today</a:t>
            </a:r>
          </a:p>
        </p:txBody>
      </p:sp>
      <p:sp>
        <p:nvSpPr>
          <p:cNvPr id="5" name="">
            <a:extLst xmlns:a="http://schemas.openxmlformats.org/drawingml/2006/main">
              <a:ext uri="{FF2B5EF4-FFF2-40B4-BE49-F238E27FC236}">
                <a16:creationId xmlns:a16="http://schemas.microsoft.com/office/drawing/2014/main" id="{BBFAD6D2-6750-4868-963D-1DC2072E4CD8}"/>
              </a:ext>
            </a:extLst>
          </p:cNvPr>
          <p:cNvSpPr>
            <a:spLocks xmlns:a="http://schemas.openxmlformats.org/drawingml/2006/main" noGrp="1"/>
          </p:cNvSpPr>
          <p:nvPr/>
        </p:nvSpPr>
        <p:spPr>
          <a:xfrm xmlns:a="http://schemas.openxmlformats.org/drawingml/2006/main">
            <a:off x="609600" y="3086100"/>
            <a:ext cx="4191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F6F1E8"/>
                </a:solidFill>
              </a:defRPr>
            </a:defPPr>
            <a:lvl1pPr>
              <a:buNone/>
              <a:defRPr sz="1350" b="0">
                <a:solidFill>
                  <a:srgbClr val="F6F1E8"/>
                </a:solidFill>
              </a:defRPr>
            </a:lvl1pPr>
            <a:lvl2pPr>
              <a:buNone/>
              <a:defRPr sz="1350" b="0">
                <a:solidFill>
                  <a:srgbClr val="F6F1E8"/>
                </a:solidFill>
              </a:defRPr>
            </a:lvl2pPr>
            <a:lvl3pPr>
              <a:buNone/>
              <a:defRPr sz="1350" b="0">
                <a:solidFill>
                  <a:srgbClr val="F6F1E8"/>
                </a:solidFill>
              </a:defRPr>
            </a:lvl3pPr>
            <a:lvl4pPr>
              <a:buNone/>
              <a:defRPr sz="1350" b="0">
                <a:solidFill>
                  <a:srgbClr val="F6F1E8"/>
                </a:solidFill>
              </a:defRPr>
            </a:lvl4pPr>
            <a:lvl5pPr>
              <a:buNone/>
              <a:defRPr sz="1350" b="0">
                <a:solidFill>
                  <a:srgbClr val="F6F1E8"/>
                </a:solidFill>
              </a:defRPr>
            </a:lvl5pPr>
            <a:lvl6pPr>
              <a:buNone/>
              <a:defRPr sz="1350" b="0">
                <a:solidFill>
                  <a:srgbClr val="F6F1E8"/>
                </a:solidFill>
              </a:defRPr>
            </a:lvl6pPr>
            <a:lvl7pPr>
              <a:buNone/>
              <a:defRPr sz="1350" b="0">
                <a:solidFill>
                  <a:srgbClr val="F6F1E8"/>
                </a:solidFill>
              </a:defRPr>
            </a:lvl7pPr>
            <a:lvl8pPr>
              <a:buNone/>
              <a:defRPr sz="1350" b="0">
                <a:solidFill>
                  <a:srgbClr val="F6F1E8"/>
                </a:solidFill>
              </a:defRPr>
            </a:lvl8pPr>
            <a:lvl9pPr>
              <a:buNone/>
              <a:defRPr sz="1350" b="0">
                <a:solidFill>
                  <a:srgbClr val="F6F1E8"/>
                </a:solidFill>
              </a:defRPr>
            </a:lvl9pPr>
          </a:lstStyle>
          <a:p xmlns:a="http://schemas.openxmlformats.org/drawingml/2006/main">
            <a:pPr>
              <a:buNone/>
              <a:defRPr sz="1350" b="0">
                <a:solidFill>
                  <a:srgbClr val="F6F1E8"/>
                </a:solidFill>
              </a:defRPr>
            </a:pPr>
            <a:r>
              <a:rPr sz="1350" b="0">
                <a:solidFill>
                  <a:srgbClr val="F6F1E8"/>
                </a:solidFill>
              </a:rPr>
              <a:t>Invoice matching compares tax documents. We add operational records; no benchmark of commercial fraud systems is claimed.</a:t>
            </a:r>
          </a:p>
        </p:txBody>
      </p:sp>
      <p:sp>
        <p:nvSpPr>
          <p:cNvPr id="6" name="">
            <a:extLst xmlns:a="http://schemas.openxmlformats.org/drawingml/2006/main">
              <a:ext uri="{FF2B5EF4-FFF2-40B4-BE49-F238E27FC236}">
                <a16:creationId xmlns:a16="http://schemas.microsoft.com/office/drawing/2014/main" id="{DF598F44-26F9-402D-8938-4206FF5987F1}"/>
              </a:ext>
            </a:extLst>
          </p:cNvPr>
          <p:cNvSpPr>
            <a:spLocks xmlns:a="http://schemas.openxmlformats.org/drawingml/2006/main" noGrp="1"/>
          </p:cNvSpPr>
          <p:nvPr/>
        </p:nvSpPr>
        <p:spPr>
          <a:xfrm xmlns:a="http://schemas.openxmlformats.org/drawingml/2006/main">
            <a:off x="6286500" y="26670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B7D660"/>
                </a:solidFill>
              </a:defRPr>
            </a:defPPr>
            <a:lvl1pPr>
              <a:buNone/>
              <a:defRPr sz="1650" b="1">
                <a:solidFill>
                  <a:srgbClr val="B7D660"/>
                </a:solidFill>
              </a:defRPr>
            </a:lvl1pPr>
            <a:lvl2pPr>
              <a:buNone/>
              <a:defRPr sz="1650" b="1">
                <a:solidFill>
                  <a:srgbClr val="B7D660"/>
                </a:solidFill>
              </a:defRPr>
            </a:lvl2pPr>
            <a:lvl3pPr>
              <a:buNone/>
              <a:defRPr sz="1650" b="1">
                <a:solidFill>
                  <a:srgbClr val="B7D660"/>
                </a:solidFill>
              </a:defRPr>
            </a:lvl3pPr>
            <a:lvl4pPr>
              <a:buNone/>
              <a:defRPr sz="1650" b="1">
                <a:solidFill>
                  <a:srgbClr val="B7D660"/>
                </a:solidFill>
              </a:defRPr>
            </a:lvl4pPr>
            <a:lvl5pPr>
              <a:buNone/>
              <a:defRPr sz="1650" b="1">
                <a:solidFill>
                  <a:srgbClr val="B7D660"/>
                </a:solidFill>
              </a:defRPr>
            </a:lvl5pPr>
            <a:lvl6pPr>
              <a:buNone/>
              <a:defRPr sz="1650" b="1">
                <a:solidFill>
                  <a:srgbClr val="B7D660"/>
                </a:solidFill>
              </a:defRPr>
            </a:lvl6pPr>
            <a:lvl7pPr>
              <a:buNone/>
              <a:defRPr sz="1650" b="1">
                <a:solidFill>
                  <a:srgbClr val="B7D660"/>
                </a:solidFill>
              </a:defRPr>
            </a:lvl7pPr>
            <a:lvl8pPr>
              <a:buNone/>
              <a:defRPr sz="1650" b="1">
                <a:solidFill>
                  <a:srgbClr val="B7D660"/>
                </a:solidFill>
              </a:defRPr>
            </a:lvl8pPr>
            <a:lvl9pPr>
              <a:buNone/>
              <a:defRPr sz="1650" b="1">
                <a:solidFill>
                  <a:srgbClr val="B7D660"/>
                </a:solidFill>
              </a:defRPr>
            </a:lvl9pPr>
          </a:lstStyle>
          <a:p xmlns:a="http://schemas.openxmlformats.org/drawingml/2006/main">
            <a:pPr>
              <a:buNone/>
              <a:defRPr sz="1650" b="1">
                <a:solidFill>
                  <a:srgbClr val="B7D660"/>
                </a:solidFill>
              </a:defRPr>
            </a:pPr>
            <a:r>
              <a:rPr sz="1650" b="1">
                <a:solidFill>
                  <a:srgbClr val="B7D660"/>
                </a:solidFill>
              </a:rPr>
              <a:t>What this project adds</a:t>
            </a:r>
          </a:p>
        </p:txBody>
      </p:sp>
      <p:sp>
        <p:nvSpPr>
          <p:cNvPr id="7" name="">
            <a:extLst xmlns:a="http://schemas.openxmlformats.org/drawingml/2006/main">
              <a:ext uri="{FF2B5EF4-FFF2-40B4-BE49-F238E27FC236}">
                <a16:creationId xmlns:a16="http://schemas.microsoft.com/office/drawing/2014/main" id="{80E0C891-3B2C-4B6F-ABAB-F9380C6485B2}"/>
              </a:ext>
            </a:extLst>
          </p:cNvPr>
          <p:cNvSpPr>
            <a:spLocks xmlns:a="http://schemas.openxmlformats.org/drawingml/2006/main" noGrp="1"/>
          </p:cNvSpPr>
          <p:nvPr/>
        </p:nvSpPr>
        <p:spPr>
          <a:xfrm xmlns:a="http://schemas.openxmlformats.org/drawingml/2006/main">
            <a:off x="6286500" y="3086100"/>
            <a:ext cx="4191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F6F1E8"/>
                </a:solidFill>
              </a:defRPr>
            </a:defPPr>
            <a:lvl1pPr>
              <a:buNone/>
              <a:defRPr sz="1350" b="0">
                <a:solidFill>
                  <a:srgbClr val="F6F1E8"/>
                </a:solidFill>
              </a:defRPr>
            </a:lvl1pPr>
            <a:lvl2pPr>
              <a:buNone/>
              <a:defRPr sz="1350" b="0">
                <a:solidFill>
                  <a:srgbClr val="F6F1E8"/>
                </a:solidFill>
              </a:defRPr>
            </a:lvl2pPr>
            <a:lvl3pPr>
              <a:buNone/>
              <a:defRPr sz="1350" b="0">
                <a:solidFill>
                  <a:srgbClr val="F6F1E8"/>
                </a:solidFill>
              </a:defRPr>
            </a:lvl3pPr>
            <a:lvl4pPr>
              <a:buNone/>
              <a:defRPr sz="1350" b="0">
                <a:solidFill>
                  <a:srgbClr val="F6F1E8"/>
                </a:solidFill>
              </a:defRPr>
            </a:lvl4pPr>
            <a:lvl5pPr>
              <a:buNone/>
              <a:defRPr sz="1350" b="0">
                <a:solidFill>
                  <a:srgbClr val="F6F1E8"/>
                </a:solidFill>
              </a:defRPr>
            </a:lvl5pPr>
            <a:lvl6pPr>
              <a:buNone/>
              <a:defRPr sz="1350" b="0">
                <a:solidFill>
                  <a:srgbClr val="F6F1E8"/>
                </a:solidFill>
              </a:defRPr>
            </a:lvl6pPr>
            <a:lvl7pPr>
              <a:buNone/>
              <a:defRPr sz="1350" b="0">
                <a:solidFill>
                  <a:srgbClr val="F6F1E8"/>
                </a:solidFill>
              </a:defRPr>
            </a:lvl7pPr>
            <a:lvl8pPr>
              <a:buNone/>
              <a:defRPr sz="1350" b="0">
                <a:solidFill>
                  <a:srgbClr val="F6F1E8"/>
                </a:solidFill>
              </a:defRPr>
            </a:lvl8pPr>
            <a:lvl9pPr>
              <a:buNone/>
              <a:defRPr sz="1350" b="0">
                <a:solidFill>
                  <a:srgbClr val="F6F1E8"/>
                </a:solidFill>
              </a:defRPr>
            </a:lvl9pPr>
          </a:lstStyle>
          <a:p xmlns:a="http://schemas.openxmlformats.org/drawingml/2006/main">
            <a:pPr>
              <a:buNone/>
              <a:defRPr sz="1350" b="0">
                <a:solidFill>
                  <a:srgbClr val="F6F1E8"/>
                </a:solidFill>
              </a:defRPr>
            </a:pPr>
            <a:r>
              <a:rPr sz="1350" b="0">
                <a:solidFill>
                  <a:srgbClr val="F6F1E8"/>
                </a:solidFill>
              </a:rPr>
              <a:t>It puts production, movement, supplier and bank evidence on one factory-month record, with the evidence rows visible to the reviewer.</a:t>
            </a:r>
          </a:p>
        </p:txBody>
      </p:sp>
      <p:sp>
        <p:nvSpPr>
          <p:cNvPr id="8" name="">
            <a:extLst xmlns:a="http://schemas.openxmlformats.org/drawingml/2006/main">
              <a:ext uri="{FF2B5EF4-FFF2-40B4-BE49-F238E27FC236}">
                <a16:creationId xmlns:a16="http://schemas.microsoft.com/office/drawing/2014/main" id="{FDFB3744-DB80-4B53-82DC-A2A8E9CF8625}"/>
              </a:ext>
            </a:extLst>
          </p:cNvPr>
          <p:cNvSpPr>
            <a:spLocks xmlns:a="http://schemas.openxmlformats.org/drawingml/2006/main" noGrp="1"/>
          </p:cNvSpPr>
          <p:nvPr/>
        </p:nvSpPr>
        <p:spPr>
          <a:xfrm xmlns:a="http://schemas.openxmlformats.org/drawingml/2006/main">
            <a:off x="609600" y="49530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9AA2AD"/>
                </a:solidFill>
              </a:defRPr>
            </a:defPPr>
            <a:lvl1pPr>
              <a:buNone/>
              <a:defRPr sz="1350" b="1">
                <a:solidFill>
                  <a:srgbClr val="9AA2AD"/>
                </a:solidFill>
              </a:defRPr>
            </a:lvl1pPr>
            <a:lvl2pPr>
              <a:buNone/>
              <a:defRPr sz="1350" b="1">
                <a:solidFill>
                  <a:srgbClr val="9AA2AD"/>
                </a:solidFill>
              </a:defRPr>
            </a:lvl2pPr>
            <a:lvl3pPr>
              <a:buNone/>
              <a:defRPr sz="1350" b="1">
                <a:solidFill>
                  <a:srgbClr val="9AA2AD"/>
                </a:solidFill>
              </a:defRPr>
            </a:lvl3pPr>
            <a:lvl4pPr>
              <a:buNone/>
              <a:defRPr sz="1350" b="1">
                <a:solidFill>
                  <a:srgbClr val="9AA2AD"/>
                </a:solidFill>
              </a:defRPr>
            </a:lvl4pPr>
            <a:lvl5pPr>
              <a:buNone/>
              <a:defRPr sz="1350" b="1">
                <a:solidFill>
                  <a:srgbClr val="9AA2AD"/>
                </a:solidFill>
              </a:defRPr>
            </a:lvl5pPr>
            <a:lvl6pPr>
              <a:buNone/>
              <a:defRPr sz="1350" b="1">
                <a:solidFill>
                  <a:srgbClr val="9AA2AD"/>
                </a:solidFill>
              </a:defRPr>
            </a:lvl6pPr>
            <a:lvl7pPr>
              <a:buNone/>
              <a:defRPr sz="1350" b="1">
                <a:solidFill>
                  <a:srgbClr val="9AA2AD"/>
                </a:solidFill>
              </a:defRPr>
            </a:lvl7pPr>
            <a:lvl8pPr>
              <a:buNone/>
              <a:defRPr sz="1350" b="1">
                <a:solidFill>
                  <a:srgbClr val="9AA2AD"/>
                </a:solidFill>
              </a:defRPr>
            </a:lvl8pPr>
            <a:lvl9pPr>
              <a:buNone/>
              <a:defRPr sz="1350" b="1">
                <a:solidFill>
                  <a:srgbClr val="9AA2AD"/>
                </a:solidFill>
              </a:defRPr>
            </a:lvl9pPr>
          </a:lstStyle>
          <a:p xmlns:a="http://schemas.openxmlformats.org/drawingml/2006/main">
            <a:pPr>
              <a:buNone/>
              <a:defRPr sz="1350" b="1">
                <a:solidFill>
                  <a:srgbClr val="9AA2AD"/>
                </a:solidFill>
              </a:defRPr>
            </a:pPr>
            <a:r>
              <a:rPr sz="1350" b="1">
                <a:solidFill>
                  <a:srgbClr val="9AA2AD"/>
                </a:solidFill>
              </a:rPr>
              <a:t>Why it matters</a:t>
            </a:r>
          </a:p>
        </p:txBody>
      </p:sp>
      <p:sp>
        <p:nvSpPr>
          <p:cNvPr id="9" name="">
            <a:extLst xmlns:a="http://schemas.openxmlformats.org/drawingml/2006/main">
              <a:ext uri="{FF2B5EF4-FFF2-40B4-BE49-F238E27FC236}">
                <a16:creationId xmlns:a16="http://schemas.microsoft.com/office/drawing/2014/main" id="{ED6F8A7F-3830-429F-B377-19CC98F5535A}"/>
              </a:ext>
            </a:extLst>
          </p:cNvPr>
          <p:cNvSpPr>
            <a:spLocks xmlns:a="http://schemas.openxmlformats.org/drawingml/2006/main" noGrp="1"/>
          </p:cNvSpPr>
          <p:nvPr/>
        </p:nvSpPr>
        <p:spPr>
          <a:xfrm xmlns:a="http://schemas.openxmlformats.org/drawingml/2006/main">
            <a:off x="609600" y="5286375"/>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F6F1E8"/>
                </a:solidFill>
              </a:defRPr>
            </a:defPPr>
            <a:lvl1pPr>
              <a:buNone/>
              <a:defRPr sz="1500" b="0">
                <a:solidFill>
                  <a:srgbClr val="F6F1E8"/>
                </a:solidFill>
              </a:defRPr>
            </a:lvl1pPr>
            <a:lvl2pPr>
              <a:buNone/>
              <a:defRPr sz="1500" b="0">
                <a:solidFill>
                  <a:srgbClr val="F6F1E8"/>
                </a:solidFill>
              </a:defRPr>
            </a:lvl2pPr>
            <a:lvl3pPr>
              <a:buNone/>
              <a:defRPr sz="1500" b="0">
                <a:solidFill>
                  <a:srgbClr val="F6F1E8"/>
                </a:solidFill>
              </a:defRPr>
            </a:lvl3pPr>
            <a:lvl4pPr>
              <a:buNone/>
              <a:defRPr sz="1500" b="0">
                <a:solidFill>
                  <a:srgbClr val="F6F1E8"/>
                </a:solidFill>
              </a:defRPr>
            </a:lvl4pPr>
            <a:lvl5pPr>
              <a:buNone/>
              <a:defRPr sz="1500" b="0">
                <a:solidFill>
                  <a:srgbClr val="F6F1E8"/>
                </a:solidFill>
              </a:defRPr>
            </a:lvl5pPr>
            <a:lvl6pPr>
              <a:buNone/>
              <a:defRPr sz="1500" b="0">
                <a:solidFill>
                  <a:srgbClr val="F6F1E8"/>
                </a:solidFill>
              </a:defRPr>
            </a:lvl6pPr>
            <a:lvl7pPr>
              <a:buNone/>
              <a:defRPr sz="1500" b="0">
                <a:solidFill>
                  <a:srgbClr val="F6F1E8"/>
                </a:solidFill>
              </a:defRPr>
            </a:lvl7pPr>
            <a:lvl8pPr>
              <a:buNone/>
              <a:defRPr sz="1500" b="0">
                <a:solidFill>
                  <a:srgbClr val="F6F1E8"/>
                </a:solidFill>
              </a:defRPr>
            </a:lvl8pPr>
            <a:lvl9pPr>
              <a:buNone/>
              <a:defRPr sz="1500" b="0">
                <a:solidFill>
                  <a:srgbClr val="F6F1E8"/>
                </a:solidFill>
              </a:defRPr>
            </a:lvl9pPr>
          </a:lstStyle>
          <a:p xmlns:a="http://schemas.openxmlformats.org/drawingml/2006/main">
            <a:pPr>
              <a:buNone/>
              <a:defRPr sz="1500" b="0">
                <a:solidFill>
                  <a:srgbClr val="F6F1E8"/>
                </a:solidFill>
              </a:defRPr>
            </a:pPr>
            <a:r>
              <a:rPr sz="1500" b="0">
                <a:solidFill>
                  <a:srgbClr val="F6F1E8"/>
                </a:solidFill>
              </a:rPr>
              <a:t>Prioritise specific contradictions and preserve an explanation for honest operational changes.</a:t>
            </a:r>
          </a:p>
        </p:txBody>
      </p:sp>
      <p:sp>
        <p:nvSpPr>
          <p:cNvPr id="10" name="">
            <a:extLst xmlns:a="http://schemas.openxmlformats.org/drawingml/2006/main">
              <a:ext uri="{FF2B5EF4-FFF2-40B4-BE49-F238E27FC236}">
                <a16:creationId xmlns:a16="http://schemas.microsoft.com/office/drawing/2014/main" id="{F223966D-F498-4FCD-B245-B507F8D89FD7}"/>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9AA2AD"/>
                </a:solidFill>
              </a:defRPr>
            </a:defPPr>
            <a:lvl1pPr>
              <a:buNone/>
              <a:defRPr sz="750" b="1">
                <a:solidFill>
                  <a:srgbClr val="9AA2AD"/>
                </a:solidFill>
              </a:defRPr>
            </a:lvl1pPr>
            <a:lvl2pPr>
              <a:buNone/>
              <a:defRPr sz="750" b="1">
                <a:solidFill>
                  <a:srgbClr val="9AA2AD"/>
                </a:solidFill>
              </a:defRPr>
            </a:lvl2pPr>
            <a:lvl3pPr>
              <a:buNone/>
              <a:defRPr sz="750" b="1">
                <a:solidFill>
                  <a:srgbClr val="9AA2AD"/>
                </a:solidFill>
              </a:defRPr>
            </a:lvl3pPr>
            <a:lvl4pPr>
              <a:buNone/>
              <a:defRPr sz="750" b="1">
                <a:solidFill>
                  <a:srgbClr val="9AA2AD"/>
                </a:solidFill>
              </a:defRPr>
            </a:lvl4pPr>
            <a:lvl5pPr>
              <a:buNone/>
              <a:defRPr sz="750" b="1">
                <a:solidFill>
                  <a:srgbClr val="9AA2AD"/>
                </a:solidFill>
              </a:defRPr>
            </a:lvl5pPr>
            <a:lvl6pPr>
              <a:buNone/>
              <a:defRPr sz="750" b="1">
                <a:solidFill>
                  <a:srgbClr val="9AA2AD"/>
                </a:solidFill>
              </a:defRPr>
            </a:lvl6pPr>
            <a:lvl7pPr>
              <a:buNone/>
              <a:defRPr sz="750" b="1">
                <a:solidFill>
                  <a:srgbClr val="9AA2AD"/>
                </a:solidFill>
              </a:defRPr>
            </a:lvl7pPr>
            <a:lvl8pPr>
              <a:buNone/>
              <a:defRPr sz="750" b="1">
                <a:solidFill>
                  <a:srgbClr val="9AA2AD"/>
                </a:solidFill>
              </a:defRPr>
            </a:lvl8pPr>
            <a:lvl9pPr>
              <a:buNone/>
              <a:defRPr sz="750" b="1">
                <a:solidFill>
                  <a:srgbClr val="9AA2AD"/>
                </a:solidFill>
              </a:defRPr>
            </a:lvl9pPr>
          </a:lstStyle>
          <a:p xmlns:a="http://schemas.openxmlformats.org/drawingml/2006/main">
            <a:pPr>
              <a:buNone/>
              <a:defRPr sz="750" b="1">
                <a:solidFill>
                  <a:srgbClr val="9AA2AD"/>
                </a:solidFill>
              </a:defRPr>
            </a:pPr>
            <a:r>
              <a:rPr sz="750" b="1">
                <a:solidFill>
                  <a:srgbClr val="9AA2AD"/>
                </a:solidFill>
              </a:rPr>
              <a:t>EXATHON INDIA 2026  ·  KUSHAGRA GUPTA  ·  SYNTHETIC DATA</a:t>
            </a:r>
          </a:p>
        </p:txBody>
      </p:sp>
      <p:sp>
        <p:nvSpPr>
          <p:cNvPr id="11" name="">
            <a:extLst xmlns:a="http://schemas.openxmlformats.org/drawingml/2006/main">
              <a:ext uri="{FF2B5EF4-FFF2-40B4-BE49-F238E27FC236}">
                <a16:creationId xmlns:a16="http://schemas.microsoft.com/office/drawing/2014/main" id="{05D5CF89-90A1-4774-A49C-9987CC8EFB49}"/>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buNone/>
              <a:defRPr sz="900" b="1">
                <a:solidFill>
                  <a:srgbClr val="B7D660"/>
                </a:solidFill>
              </a:defRPr>
            </a:lvl1pPr>
            <a:lvl2pPr>
              <a:buNone/>
              <a:defRPr sz="900" b="1">
                <a:solidFill>
                  <a:srgbClr val="B7D660"/>
                </a:solidFill>
              </a:defRPr>
            </a:lvl2pPr>
            <a:lvl3pPr>
              <a:buNone/>
              <a:defRPr sz="900" b="1">
                <a:solidFill>
                  <a:srgbClr val="B7D660"/>
                </a:solidFill>
              </a:defRPr>
            </a:lvl3pPr>
            <a:lvl4pPr>
              <a:buNone/>
              <a:defRPr sz="900" b="1">
                <a:solidFill>
                  <a:srgbClr val="B7D660"/>
                </a:solidFill>
              </a:defRPr>
            </a:lvl4pPr>
            <a:lvl5pPr>
              <a:buNone/>
              <a:defRPr sz="900" b="1">
                <a:solidFill>
                  <a:srgbClr val="B7D660"/>
                </a:solidFill>
              </a:defRPr>
            </a:lvl5pPr>
            <a:lvl6pPr>
              <a:buNone/>
              <a:defRPr sz="900" b="1">
                <a:solidFill>
                  <a:srgbClr val="B7D660"/>
                </a:solidFill>
              </a:defRPr>
            </a:lvl6pPr>
            <a:lvl7pPr>
              <a:buNone/>
              <a:defRPr sz="900" b="1">
                <a:solidFill>
                  <a:srgbClr val="B7D660"/>
                </a:solidFill>
              </a:defRPr>
            </a:lvl7pPr>
            <a:lvl8pPr>
              <a:buNone/>
              <a:defRPr sz="900" b="1">
                <a:solidFill>
                  <a:srgbClr val="B7D660"/>
                </a:solidFill>
              </a:defRPr>
            </a:lvl8pPr>
            <a:lvl9pPr>
              <a:buNone/>
              <a:defRPr sz="900" b="1">
                <a:solidFill>
                  <a:srgbClr val="B7D660"/>
                </a:solidFill>
              </a:defRPr>
            </a:lvl9pPr>
          </a:lstStyle>
          <a:p xmlns:a="http://schemas.openxmlformats.org/drawingml/2006/main">
            <a:pPr>
              <a:buNone/>
              <a:defRPr sz="900" b="1">
                <a:solidFill>
                  <a:srgbClr val="B7D660"/>
                </a:solidFill>
              </a:defRPr>
            </a:pPr>
            <a:r>
              <a:rPr sz="900" b="1">
                <a:solidFill>
                  <a:srgbClr val="B7D660"/>
                </a:solidFill>
              </a:rPr>
              <a:t>02</a:t>
            </a:r>
          </a:p>
        </p:txBody>
      </p:sp>
    </p:spTree>
    <p:extLst>
      <p:ext uri="{BB962C8B-B14F-4D97-AF65-F5344CB8AC3E}">
        <p14:creationId xmlns:p14="http://schemas.microsoft.com/office/powerpoint/2010/main" val="1191265293"/>
      </p:ext>
    </p:extLst>
  </p:cSld>
</p:sld>
</file>

<file path=ppt/slides/slide3.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6A0EC8C-C047-4D37-89AA-1D6507ED7F18}"/>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buNone/>
              <a:defRPr sz="900" b="1">
                <a:solidFill>
                  <a:srgbClr val="B7D660"/>
                </a:solidFill>
              </a:defRPr>
            </a:lvl1pPr>
            <a:lvl2pPr>
              <a:buNone/>
              <a:defRPr sz="900" b="1">
                <a:solidFill>
                  <a:srgbClr val="B7D660"/>
                </a:solidFill>
              </a:defRPr>
            </a:lvl2pPr>
            <a:lvl3pPr>
              <a:buNone/>
              <a:defRPr sz="900" b="1">
                <a:solidFill>
                  <a:srgbClr val="B7D660"/>
                </a:solidFill>
              </a:defRPr>
            </a:lvl3pPr>
            <a:lvl4pPr>
              <a:buNone/>
              <a:defRPr sz="900" b="1">
                <a:solidFill>
                  <a:srgbClr val="B7D660"/>
                </a:solidFill>
              </a:defRPr>
            </a:lvl4pPr>
            <a:lvl5pPr>
              <a:buNone/>
              <a:defRPr sz="900" b="1">
                <a:solidFill>
                  <a:srgbClr val="B7D660"/>
                </a:solidFill>
              </a:defRPr>
            </a:lvl5pPr>
            <a:lvl6pPr>
              <a:buNone/>
              <a:defRPr sz="900" b="1">
                <a:solidFill>
                  <a:srgbClr val="B7D660"/>
                </a:solidFill>
              </a:defRPr>
            </a:lvl6pPr>
            <a:lvl7pPr>
              <a:buNone/>
              <a:defRPr sz="900" b="1">
                <a:solidFill>
                  <a:srgbClr val="B7D660"/>
                </a:solidFill>
              </a:defRPr>
            </a:lvl7pPr>
            <a:lvl8pPr>
              <a:buNone/>
              <a:defRPr sz="900" b="1">
                <a:solidFill>
                  <a:srgbClr val="B7D660"/>
                </a:solidFill>
              </a:defRPr>
            </a:lvl8pPr>
            <a:lvl9pPr>
              <a:buNone/>
              <a:defRPr sz="900" b="1">
                <a:solidFill>
                  <a:srgbClr val="B7D660"/>
                </a:solidFill>
              </a:defRPr>
            </a:lvl9pPr>
          </a:lstStyle>
          <a:p xmlns:a="http://schemas.openxmlformats.org/drawingml/2006/main">
            <a:pPr>
              <a:buNone/>
              <a:defRPr sz="900" b="1">
                <a:solidFill>
                  <a:srgbClr val="B7D660"/>
                </a:solidFill>
              </a:defRPr>
            </a:pPr>
            <a:r>
              <a:rPr sz="900" b="1">
                <a:solidFill>
                  <a:srgbClr val="B7D660"/>
                </a:solidFill>
              </a:rPr>
              <a:t>GST EVIDENCE RECONCILIATION</a:t>
            </a:r>
          </a:p>
        </p:txBody>
      </p:sp>
      <p:sp>
        <p:nvSpPr>
          <p:cNvPr id="2" name="">
            <a:extLst xmlns:a="http://schemas.openxmlformats.org/drawingml/2006/main">
              <a:ext uri="{FF2B5EF4-FFF2-40B4-BE49-F238E27FC236}">
                <a16:creationId xmlns:a16="http://schemas.microsoft.com/office/drawing/2014/main" id="{D2DD1DD0-0AF6-4E06-B464-7C1B3A24611E}"/>
              </a:ext>
            </a:extLst>
          </p:cNvPr>
          <p:cNvSpPr>
            <a:spLocks xmlns:a="http://schemas.openxmlformats.org/drawingml/2006/main" noGrp="1"/>
          </p:cNvSpPr>
          <p:nvPr/>
        </p:nvSpPr>
        <p:spPr>
          <a:xfrm xmlns:a="http://schemas.openxmlformats.org/drawingml/2006/main">
            <a:off x="609600" y="8001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F6F1E8"/>
                </a:solidFill>
              </a:defRPr>
            </a:defPPr>
            <a:lvl1pPr>
              <a:buNone/>
              <a:defRPr sz="3150" b="1">
                <a:solidFill>
                  <a:srgbClr val="F6F1E8"/>
                </a:solidFill>
              </a:defRPr>
            </a:lvl1pPr>
            <a:lvl2pPr>
              <a:buNone/>
              <a:defRPr sz="3150" b="1">
                <a:solidFill>
                  <a:srgbClr val="F6F1E8"/>
                </a:solidFill>
              </a:defRPr>
            </a:lvl2pPr>
            <a:lvl3pPr>
              <a:buNone/>
              <a:defRPr sz="3150" b="1">
                <a:solidFill>
                  <a:srgbClr val="F6F1E8"/>
                </a:solidFill>
              </a:defRPr>
            </a:lvl3pPr>
            <a:lvl4pPr>
              <a:buNone/>
              <a:defRPr sz="3150" b="1">
                <a:solidFill>
                  <a:srgbClr val="F6F1E8"/>
                </a:solidFill>
              </a:defRPr>
            </a:lvl4pPr>
            <a:lvl5pPr>
              <a:buNone/>
              <a:defRPr sz="3150" b="1">
                <a:solidFill>
                  <a:srgbClr val="F6F1E8"/>
                </a:solidFill>
              </a:defRPr>
            </a:lvl5pPr>
            <a:lvl6pPr>
              <a:buNone/>
              <a:defRPr sz="3150" b="1">
                <a:solidFill>
                  <a:srgbClr val="F6F1E8"/>
                </a:solidFill>
              </a:defRPr>
            </a:lvl6pPr>
            <a:lvl7pPr>
              <a:buNone/>
              <a:defRPr sz="3150" b="1">
                <a:solidFill>
                  <a:srgbClr val="F6F1E8"/>
                </a:solidFill>
              </a:defRPr>
            </a:lvl7pPr>
            <a:lvl8pPr>
              <a:buNone/>
              <a:defRPr sz="3150" b="1">
                <a:solidFill>
                  <a:srgbClr val="F6F1E8"/>
                </a:solidFill>
              </a:defRPr>
            </a:lvl8pPr>
            <a:lvl9pPr>
              <a:buNone/>
              <a:defRPr sz="3150" b="1">
                <a:solidFill>
                  <a:srgbClr val="F6F1E8"/>
                </a:solidFill>
              </a:defRPr>
            </a:lvl9pPr>
          </a:lstStyle>
          <a:p xmlns:a="http://schemas.openxmlformats.org/drawingml/2006/main">
            <a:pPr>
              <a:buNone/>
              <a:defRPr sz="3150" b="1">
                <a:solidFill>
                  <a:srgbClr val="F6F1E8"/>
                </a:solidFill>
              </a:defRPr>
            </a:pPr>
            <a:r>
              <a:rPr sz="3150" b="1">
                <a:solidFill>
                  <a:srgbClr val="F6F1E8"/>
                </a:solidFill>
              </a:rPr>
              <a:t>Method and the two-signal rule</a:t>
            </a:r>
          </a:p>
        </p:txBody>
      </p:sp>
      <p:sp>
        <p:nvSpPr>
          <p:cNvPr id="3" name="">
            <a:extLst xmlns:a="http://schemas.openxmlformats.org/drawingml/2006/main">
              <a:ext uri="{FF2B5EF4-FFF2-40B4-BE49-F238E27FC236}">
                <a16:creationId xmlns:a16="http://schemas.microsoft.com/office/drawing/2014/main" id="{B6F29AEC-895F-4F07-B74E-8F77062C2735}"/>
              </a:ext>
            </a:extLst>
          </p:cNvPr>
          <p:cNvSpPr>
            <a:spLocks xmlns:a="http://schemas.openxmlformats.org/drawingml/2006/main" noGrp="1"/>
          </p:cNvSpPr>
          <p:nvPr/>
        </p:nvSpPr>
        <p:spPr>
          <a:xfrm xmlns:a="http://schemas.openxmlformats.org/drawingml/2006/main">
            <a:off x="609600" y="16954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9AA2AD"/>
                </a:solidFill>
              </a:defRPr>
            </a:defPPr>
            <a:lvl1pPr>
              <a:buNone/>
              <a:defRPr sz="1350" b="0">
                <a:solidFill>
                  <a:srgbClr val="9AA2AD"/>
                </a:solidFill>
              </a:defRPr>
            </a:lvl1pPr>
            <a:lvl2pPr>
              <a:buNone/>
              <a:defRPr sz="1350" b="0">
                <a:solidFill>
                  <a:srgbClr val="9AA2AD"/>
                </a:solidFill>
              </a:defRPr>
            </a:lvl2pPr>
            <a:lvl3pPr>
              <a:buNone/>
              <a:defRPr sz="1350" b="0">
                <a:solidFill>
                  <a:srgbClr val="9AA2AD"/>
                </a:solidFill>
              </a:defRPr>
            </a:lvl3pPr>
            <a:lvl4pPr>
              <a:buNone/>
              <a:defRPr sz="1350" b="0">
                <a:solidFill>
                  <a:srgbClr val="9AA2AD"/>
                </a:solidFill>
              </a:defRPr>
            </a:lvl4pPr>
            <a:lvl5pPr>
              <a:buNone/>
              <a:defRPr sz="1350" b="0">
                <a:solidFill>
                  <a:srgbClr val="9AA2AD"/>
                </a:solidFill>
              </a:defRPr>
            </a:lvl5pPr>
            <a:lvl6pPr>
              <a:buNone/>
              <a:defRPr sz="1350" b="0">
                <a:solidFill>
                  <a:srgbClr val="9AA2AD"/>
                </a:solidFill>
              </a:defRPr>
            </a:lvl6pPr>
            <a:lvl7pPr>
              <a:buNone/>
              <a:defRPr sz="1350" b="0">
                <a:solidFill>
                  <a:srgbClr val="9AA2AD"/>
                </a:solidFill>
              </a:defRPr>
            </a:lvl7pPr>
            <a:lvl8pPr>
              <a:buNone/>
              <a:defRPr sz="1350" b="0">
                <a:solidFill>
                  <a:srgbClr val="9AA2AD"/>
                </a:solidFill>
              </a:defRPr>
            </a:lvl8pPr>
            <a:lvl9pPr>
              <a:buNone/>
              <a:defRPr sz="1350" b="0">
                <a:solidFill>
                  <a:srgbClr val="9AA2AD"/>
                </a:solidFill>
              </a:defRPr>
            </a:lvl9pPr>
          </a:lstStyle>
          <a:p xmlns:a="http://schemas.openxmlformats.org/drawingml/2006/main">
            <a:pPr>
              <a:buNone/>
              <a:defRPr sz="1350" b="0">
                <a:solidFill>
                  <a:srgbClr val="9AA2AD"/>
                </a:solidFill>
              </a:defRPr>
            </a:pPr>
            <a:r>
              <a:rPr sz="1350" b="0">
                <a:solidFill>
                  <a:srgbClr val="9AA2AD"/>
                </a:solidFill>
              </a:rPr>
              <a:t>Six SQL checks form four source families. Displayed notes use a validated deterministic fallback; an LLM is optional.</a:t>
            </a:r>
          </a:p>
        </p:txBody>
      </p:sp>
      <p:sp>
        <p:nvSpPr>
          <p:cNvPr id="4" name="">
            <a:extLst xmlns:a="http://schemas.openxmlformats.org/drawingml/2006/main">
              <a:ext uri="{FF2B5EF4-FFF2-40B4-BE49-F238E27FC236}">
                <a16:creationId xmlns:a16="http://schemas.microsoft.com/office/drawing/2014/main" id="{46CF3CC6-DC01-4DBC-A3C8-51AC687CC9D8}"/>
              </a:ext>
            </a:extLst>
          </p:cNvPr>
          <p:cNvSpPr>
            <a:spLocks xmlns:a="http://schemas.openxmlformats.org/drawingml/2006/main" noGrp="1"/>
          </p:cNvSpPr>
          <p:nvPr/>
        </p:nvSpPr>
        <p:spPr>
          <a:xfrm xmlns:a="http://schemas.openxmlformats.org/drawingml/2006/main">
            <a:off x="609600" y="2571750"/>
            <a:ext cx="2400300" cy="200025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5" name="">
            <a:extLst xmlns:a="http://schemas.openxmlformats.org/drawingml/2006/main">
              <a:ext uri="{FF2B5EF4-FFF2-40B4-BE49-F238E27FC236}">
                <a16:creationId xmlns:a16="http://schemas.microsoft.com/office/drawing/2014/main" id="{142F3994-DB75-4544-9749-C44736700624}"/>
              </a:ext>
            </a:extLst>
          </p:cNvPr>
          <p:cNvSpPr>
            <a:spLocks xmlns:a="http://schemas.openxmlformats.org/drawingml/2006/main" noGrp="1"/>
          </p:cNvSpPr>
          <p:nvPr/>
        </p:nvSpPr>
        <p:spPr>
          <a:xfrm xmlns:a="http://schemas.openxmlformats.org/drawingml/2006/main">
            <a:off x="78105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E8418A"/>
                </a:solidFill>
              </a:defRPr>
            </a:defPPr>
            <a:lvl1pPr>
              <a:buNone/>
              <a:defRPr sz="1050" b="1">
                <a:solidFill>
                  <a:srgbClr val="E8418A"/>
                </a:solidFill>
              </a:defRPr>
            </a:lvl1pPr>
            <a:lvl2pPr>
              <a:buNone/>
              <a:defRPr sz="1050" b="1">
                <a:solidFill>
                  <a:srgbClr val="E8418A"/>
                </a:solidFill>
              </a:defRPr>
            </a:lvl2pPr>
            <a:lvl3pPr>
              <a:buNone/>
              <a:defRPr sz="1050" b="1">
                <a:solidFill>
                  <a:srgbClr val="E8418A"/>
                </a:solidFill>
              </a:defRPr>
            </a:lvl3pPr>
            <a:lvl4pPr>
              <a:buNone/>
              <a:defRPr sz="1050" b="1">
                <a:solidFill>
                  <a:srgbClr val="E8418A"/>
                </a:solidFill>
              </a:defRPr>
            </a:lvl4pPr>
            <a:lvl5pPr>
              <a:buNone/>
              <a:defRPr sz="1050" b="1">
                <a:solidFill>
                  <a:srgbClr val="E8418A"/>
                </a:solidFill>
              </a:defRPr>
            </a:lvl5pPr>
            <a:lvl6pPr>
              <a:buNone/>
              <a:defRPr sz="1050" b="1">
                <a:solidFill>
                  <a:srgbClr val="E8418A"/>
                </a:solidFill>
              </a:defRPr>
            </a:lvl6pPr>
            <a:lvl7pPr>
              <a:buNone/>
              <a:defRPr sz="1050" b="1">
                <a:solidFill>
                  <a:srgbClr val="E8418A"/>
                </a:solidFill>
              </a:defRPr>
            </a:lvl7pPr>
            <a:lvl8pPr>
              <a:buNone/>
              <a:defRPr sz="1050" b="1">
                <a:solidFill>
                  <a:srgbClr val="E8418A"/>
                </a:solidFill>
              </a:defRPr>
            </a:lvl8pPr>
            <a:lvl9pPr>
              <a:buNone/>
              <a:defRPr sz="1050" b="1">
                <a:solidFill>
                  <a:srgbClr val="E8418A"/>
                </a:solidFill>
              </a:defRPr>
            </a:lvl9pPr>
          </a:lstStyle>
          <a:p xmlns:a="http://schemas.openxmlformats.org/drawingml/2006/main">
            <a:pPr>
              <a:buNone/>
              <a:defRPr sz="1050" b="1">
                <a:solidFill>
                  <a:srgbClr val="E8418A"/>
                </a:solidFill>
              </a:defRPr>
            </a:pPr>
            <a:r>
              <a:rPr sz="1050" b="1">
                <a:solidFill>
                  <a:srgbClr val="E8418A"/>
                </a:solidFill>
              </a:rPr>
              <a:t>01</a:t>
            </a:r>
          </a:p>
        </p:txBody>
      </p:sp>
      <p:sp>
        <p:nvSpPr>
          <p:cNvPr id="6" name="">
            <a:extLst xmlns:a="http://schemas.openxmlformats.org/drawingml/2006/main">
              <a:ext uri="{FF2B5EF4-FFF2-40B4-BE49-F238E27FC236}">
                <a16:creationId xmlns:a16="http://schemas.microsoft.com/office/drawing/2014/main" id="{0D5A8F6E-000F-4B35-8DB5-56729AE9A5CC}"/>
              </a:ext>
            </a:extLst>
          </p:cNvPr>
          <p:cNvSpPr>
            <a:spLocks xmlns:a="http://schemas.openxmlformats.org/drawingml/2006/main" noGrp="1"/>
          </p:cNvSpPr>
          <p:nvPr/>
        </p:nvSpPr>
        <p:spPr>
          <a:xfrm xmlns:a="http://schemas.openxmlformats.org/drawingml/2006/main">
            <a:off x="781050" y="3181350"/>
            <a:ext cx="2047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6F1E8"/>
                </a:solidFill>
              </a:defRPr>
            </a:defPPr>
            <a:lvl1pPr>
              <a:buNone/>
              <a:defRPr sz="1650" b="1">
                <a:solidFill>
                  <a:srgbClr val="F6F1E8"/>
                </a:solidFill>
              </a:defRPr>
            </a:lvl1pPr>
            <a:lvl2pPr>
              <a:buNone/>
              <a:defRPr sz="1650" b="1">
                <a:solidFill>
                  <a:srgbClr val="F6F1E8"/>
                </a:solidFill>
              </a:defRPr>
            </a:lvl2pPr>
            <a:lvl3pPr>
              <a:buNone/>
              <a:defRPr sz="1650" b="1">
                <a:solidFill>
                  <a:srgbClr val="F6F1E8"/>
                </a:solidFill>
              </a:defRPr>
            </a:lvl3pPr>
            <a:lvl4pPr>
              <a:buNone/>
              <a:defRPr sz="1650" b="1">
                <a:solidFill>
                  <a:srgbClr val="F6F1E8"/>
                </a:solidFill>
              </a:defRPr>
            </a:lvl4pPr>
            <a:lvl5pPr>
              <a:buNone/>
              <a:defRPr sz="1650" b="1">
                <a:solidFill>
                  <a:srgbClr val="F6F1E8"/>
                </a:solidFill>
              </a:defRPr>
            </a:lvl5pPr>
            <a:lvl6pPr>
              <a:buNone/>
              <a:defRPr sz="1650" b="1">
                <a:solidFill>
                  <a:srgbClr val="F6F1E8"/>
                </a:solidFill>
              </a:defRPr>
            </a:lvl6pPr>
            <a:lvl7pPr>
              <a:buNone/>
              <a:defRPr sz="1650" b="1">
                <a:solidFill>
                  <a:srgbClr val="F6F1E8"/>
                </a:solidFill>
              </a:defRPr>
            </a:lvl7pPr>
            <a:lvl8pPr>
              <a:buNone/>
              <a:defRPr sz="1650" b="1">
                <a:solidFill>
                  <a:srgbClr val="F6F1E8"/>
                </a:solidFill>
              </a:defRPr>
            </a:lvl8pPr>
            <a:lvl9pPr>
              <a:buNone/>
              <a:defRPr sz="1650" b="1">
                <a:solidFill>
                  <a:srgbClr val="F6F1E8"/>
                </a:solidFill>
              </a:defRPr>
            </a:lvl9pPr>
          </a:lstStyle>
          <a:p xmlns:a="http://schemas.openxmlformats.org/drawingml/2006/main">
            <a:pPr>
              <a:buNone/>
              <a:defRPr sz="1650" b="1">
                <a:solidFill>
                  <a:srgbClr val="F6F1E8"/>
                </a:solidFill>
              </a:defRPr>
            </a:pPr>
            <a:r>
              <a:rPr sz="1650" b="1">
                <a:solidFill>
                  <a:srgbClr val="F6F1E8"/>
                </a:solidFill>
              </a:rPr>
              <a:t>Production</a:t>
            </a:r>
          </a:p>
        </p:txBody>
      </p:sp>
      <p:sp>
        <p:nvSpPr>
          <p:cNvPr id="7" name="">
            <a:extLst xmlns:a="http://schemas.openxmlformats.org/drawingml/2006/main">
              <a:ext uri="{FF2B5EF4-FFF2-40B4-BE49-F238E27FC236}">
                <a16:creationId xmlns:a16="http://schemas.microsoft.com/office/drawing/2014/main" id="{A608B028-1742-4F90-BA86-BB86D9383F33}"/>
              </a:ext>
            </a:extLst>
          </p:cNvPr>
          <p:cNvSpPr>
            <a:spLocks xmlns:a="http://schemas.openxmlformats.org/drawingml/2006/main" noGrp="1"/>
          </p:cNvSpPr>
          <p:nvPr/>
        </p:nvSpPr>
        <p:spPr>
          <a:xfrm xmlns:a="http://schemas.openxmlformats.org/drawingml/2006/main">
            <a:off x="781050" y="38100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AA2AD"/>
                </a:solidFill>
              </a:defRPr>
            </a:defPPr>
            <a:lvl1pPr>
              <a:buNone/>
              <a:defRPr sz="1050" b="0">
                <a:solidFill>
                  <a:srgbClr val="9AA2AD"/>
                </a:solidFill>
              </a:defRPr>
            </a:lvl1pPr>
            <a:lvl2pPr>
              <a:buNone/>
              <a:defRPr sz="1050" b="0">
                <a:solidFill>
                  <a:srgbClr val="9AA2AD"/>
                </a:solidFill>
              </a:defRPr>
            </a:lvl2pPr>
            <a:lvl3pPr>
              <a:buNone/>
              <a:defRPr sz="1050" b="0">
                <a:solidFill>
                  <a:srgbClr val="9AA2AD"/>
                </a:solidFill>
              </a:defRPr>
            </a:lvl3pPr>
            <a:lvl4pPr>
              <a:buNone/>
              <a:defRPr sz="1050" b="0">
                <a:solidFill>
                  <a:srgbClr val="9AA2AD"/>
                </a:solidFill>
              </a:defRPr>
            </a:lvl4pPr>
            <a:lvl5pPr>
              <a:buNone/>
              <a:defRPr sz="1050" b="0">
                <a:solidFill>
                  <a:srgbClr val="9AA2AD"/>
                </a:solidFill>
              </a:defRPr>
            </a:lvl5pPr>
            <a:lvl6pPr>
              <a:buNone/>
              <a:defRPr sz="1050" b="0">
                <a:solidFill>
                  <a:srgbClr val="9AA2AD"/>
                </a:solidFill>
              </a:defRPr>
            </a:lvl6pPr>
            <a:lvl7pPr>
              <a:buNone/>
              <a:defRPr sz="1050" b="0">
                <a:solidFill>
                  <a:srgbClr val="9AA2AD"/>
                </a:solidFill>
              </a:defRPr>
            </a:lvl7pPr>
            <a:lvl8pPr>
              <a:buNone/>
              <a:defRPr sz="1050" b="0">
                <a:solidFill>
                  <a:srgbClr val="9AA2AD"/>
                </a:solidFill>
              </a:defRPr>
            </a:lvl8pPr>
            <a:lvl9pPr>
              <a:buNone/>
              <a:defRPr sz="1050" b="0">
                <a:solidFill>
                  <a:srgbClr val="9AA2AD"/>
                </a:solidFill>
              </a:defRPr>
            </a:lvl9pPr>
          </a:lstStyle>
          <a:p xmlns:a="http://schemas.openxmlformats.org/drawingml/2006/main">
            <a:pPr>
              <a:buNone/>
              <a:defRPr sz="1050" b="0">
                <a:solidFill>
                  <a:srgbClr val="9AA2AD"/>
                </a:solidFill>
              </a:defRPr>
            </a:pPr>
            <a:r>
              <a:rPr sz="1050" b="0">
                <a:solidFill>
                  <a:srgbClr val="9AA2AD"/>
                </a:solidFill>
              </a:rPr>
              <a:t>Material, power and stock</a:t>
            </a:r>
          </a:p>
        </p:txBody>
      </p:sp>
      <p:sp>
        <p:nvSpPr>
          <p:cNvPr id="8" name="">
            <a:extLst xmlns:a="http://schemas.openxmlformats.org/drawingml/2006/main">
              <a:ext uri="{FF2B5EF4-FFF2-40B4-BE49-F238E27FC236}">
                <a16:creationId xmlns:a16="http://schemas.microsoft.com/office/drawing/2014/main" id="{8B16FCC1-6EE5-4345-A0F0-5C3B85BBF81C}"/>
              </a:ext>
            </a:extLst>
          </p:cNvPr>
          <p:cNvSpPr>
            <a:spLocks xmlns:a="http://schemas.openxmlformats.org/drawingml/2006/main" noGrp="1"/>
          </p:cNvSpPr>
          <p:nvPr/>
        </p:nvSpPr>
        <p:spPr>
          <a:xfrm xmlns:a="http://schemas.openxmlformats.org/drawingml/2006/main">
            <a:off x="3333750" y="2571750"/>
            <a:ext cx="2400300" cy="200025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9" name="">
            <a:extLst xmlns:a="http://schemas.openxmlformats.org/drawingml/2006/main">
              <a:ext uri="{FF2B5EF4-FFF2-40B4-BE49-F238E27FC236}">
                <a16:creationId xmlns:a16="http://schemas.microsoft.com/office/drawing/2014/main" id="{A3855766-1C1B-4851-9134-FB6A2EAE1389}"/>
              </a:ext>
            </a:extLst>
          </p:cNvPr>
          <p:cNvSpPr>
            <a:spLocks xmlns:a="http://schemas.openxmlformats.org/drawingml/2006/main" noGrp="1"/>
          </p:cNvSpPr>
          <p:nvPr/>
        </p:nvSpPr>
        <p:spPr>
          <a:xfrm xmlns:a="http://schemas.openxmlformats.org/drawingml/2006/main">
            <a:off x="350520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E8418A"/>
                </a:solidFill>
              </a:defRPr>
            </a:defPPr>
            <a:lvl1pPr>
              <a:buNone/>
              <a:defRPr sz="1050" b="1">
                <a:solidFill>
                  <a:srgbClr val="E8418A"/>
                </a:solidFill>
              </a:defRPr>
            </a:lvl1pPr>
            <a:lvl2pPr>
              <a:buNone/>
              <a:defRPr sz="1050" b="1">
                <a:solidFill>
                  <a:srgbClr val="E8418A"/>
                </a:solidFill>
              </a:defRPr>
            </a:lvl2pPr>
            <a:lvl3pPr>
              <a:buNone/>
              <a:defRPr sz="1050" b="1">
                <a:solidFill>
                  <a:srgbClr val="E8418A"/>
                </a:solidFill>
              </a:defRPr>
            </a:lvl3pPr>
            <a:lvl4pPr>
              <a:buNone/>
              <a:defRPr sz="1050" b="1">
                <a:solidFill>
                  <a:srgbClr val="E8418A"/>
                </a:solidFill>
              </a:defRPr>
            </a:lvl4pPr>
            <a:lvl5pPr>
              <a:buNone/>
              <a:defRPr sz="1050" b="1">
                <a:solidFill>
                  <a:srgbClr val="E8418A"/>
                </a:solidFill>
              </a:defRPr>
            </a:lvl5pPr>
            <a:lvl6pPr>
              <a:buNone/>
              <a:defRPr sz="1050" b="1">
                <a:solidFill>
                  <a:srgbClr val="E8418A"/>
                </a:solidFill>
              </a:defRPr>
            </a:lvl6pPr>
            <a:lvl7pPr>
              <a:buNone/>
              <a:defRPr sz="1050" b="1">
                <a:solidFill>
                  <a:srgbClr val="E8418A"/>
                </a:solidFill>
              </a:defRPr>
            </a:lvl7pPr>
            <a:lvl8pPr>
              <a:buNone/>
              <a:defRPr sz="1050" b="1">
                <a:solidFill>
                  <a:srgbClr val="E8418A"/>
                </a:solidFill>
              </a:defRPr>
            </a:lvl8pPr>
            <a:lvl9pPr>
              <a:buNone/>
              <a:defRPr sz="1050" b="1">
                <a:solidFill>
                  <a:srgbClr val="E8418A"/>
                </a:solidFill>
              </a:defRPr>
            </a:lvl9pPr>
          </a:lstStyle>
          <a:p xmlns:a="http://schemas.openxmlformats.org/drawingml/2006/main">
            <a:pPr>
              <a:buNone/>
              <a:defRPr sz="1050" b="1">
                <a:solidFill>
                  <a:srgbClr val="E8418A"/>
                </a:solidFill>
              </a:defRPr>
            </a:pPr>
            <a:r>
              <a:rPr sz="1050" b="1">
                <a:solidFill>
                  <a:srgbClr val="E8418A"/>
                </a:solidFill>
              </a:rPr>
              <a:t>02</a:t>
            </a:r>
          </a:p>
        </p:txBody>
      </p:sp>
      <p:sp>
        <p:nvSpPr>
          <p:cNvPr id="10" name="">
            <a:extLst xmlns:a="http://schemas.openxmlformats.org/drawingml/2006/main">
              <a:ext uri="{FF2B5EF4-FFF2-40B4-BE49-F238E27FC236}">
                <a16:creationId xmlns:a16="http://schemas.microsoft.com/office/drawing/2014/main" id="{C72F9D5E-A50B-454D-BA8F-A59848D0A63C}"/>
              </a:ext>
            </a:extLst>
          </p:cNvPr>
          <p:cNvSpPr>
            <a:spLocks xmlns:a="http://schemas.openxmlformats.org/drawingml/2006/main" noGrp="1"/>
          </p:cNvSpPr>
          <p:nvPr/>
        </p:nvSpPr>
        <p:spPr>
          <a:xfrm xmlns:a="http://schemas.openxmlformats.org/drawingml/2006/main">
            <a:off x="3505200" y="3181350"/>
            <a:ext cx="2047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6F1E8"/>
                </a:solidFill>
              </a:defRPr>
            </a:defPPr>
            <a:lvl1pPr>
              <a:buNone/>
              <a:defRPr sz="1650" b="1">
                <a:solidFill>
                  <a:srgbClr val="F6F1E8"/>
                </a:solidFill>
              </a:defRPr>
            </a:lvl1pPr>
            <a:lvl2pPr>
              <a:buNone/>
              <a:defRPr sz="1650" b="1">
                <a:solidFill>
                  <a:srgbClr val="F6F1E8"/>
                </a:solidFill>
              </a:defRPr>
            </a:lvl2pPr>
            <a:lvl3pPr>
              <a:buNone/>
              <a:defRPr sz="1650" b="1">
                <a:solidFill>
                  <a:srgbClr val="F6F1E8"/>
                </a:solidFill>
              </a:defRPr>
            </a:lvl3pPr>
            <a:lvl4pPr>
              <a:buNone/>
              <a:defRPr sz="1650" b="1">
                <a:solidFill>
                  <a:srgbClr val="F6F1E8"/>
                </a:solidFill>
              </a:defRPr>
            </a:lvl4pPr>
            <a:lvl5pPr>
              <a:buNone/>
              <a:defRPr sz="1650" b="1">
                <a:solidFill>
                  <a:srgbClr val="F6F1E8"/>
                </a:solidFill>
              </a:defRPr>
            </a:lvl5pPr>
            <a:lvl6pPr>
              <a:buNone/>
              <a:defRPr sz="1650" b="1">
                <a:solidFill>
                  <a:srgbClr val="F6F1E8"/>
                </a:solidFill>
              </a:defRPr>
            </a:lvl6pPr>
            <a:lvl7pPr>
              <a:buNone/>
              <a:defRPr sz="1650" b="1">
                <a:solidFill>
                  <a:srgbClr val="F6F1E8"/>
                </a:solidFill>
              </a:defRPr>
            </a:lvl7pPr>
            <a:lvl8pPr>
              <a:buNone/>
              <a:defRPr sz="1650" b="1">
                <a:solidFill>
                  <a:srgbClr val="F6F1E8"/>
                </a:solidFill>
              </a:defRPr>
            </a:lvl8pPr>
            <a:lvl9pPr>
              <a:buNone/>
              <a:defRPr sz="1650" b="1">
                <a:solidFill>
                  <a:srgbClr val="F6F1E8"/>
                </a:solidFill>
              </a:defRPr>
            </a:lvl9pPr>
          </a:lstStyle>
          <a:p xmlns:a="http://schemas.openxmlformats.org/drawingml/2006/main">
            <a:pPr>
              <a:buNone/>
              <a:defRPr sz="1650" b="1">
                <a:solidFill>
                  <a:srgbClr val="F6F1E8"/>
                </a:solidFill>
              </a:defRPr>
            </a:pPr>
            <a:r>
              <a:rPr sz="1650" b="1">
                <a:solidFill>
                  <a:srgbClr val="F6F1E8"/>
                </a:solidFill>
              </a:rPr>
              <a:t>Movement</a:t>
            </a:r>
          </a:p>
        </p:txBody>
      </p:sp>
      <p:sp>
        <p:nvSpPr>
          <p:cNvPr id="11" name="">
            <a:extLst xmlns:a="http://schemas.openxmlformats.org/drawingml/2006/main">
              <a:ext uri="{FF2B5EF4-FFF2-40B4-BE49-F238E27FC236}">
                <a16:creationId xmlns:a16="http://schemas.microsoft.com/office/drawing/2014/main" id="{B38E66E3-A0ED-4BD0-A5BA-5C2C62F0F1C1}"/>
              </a:ext>
            </a:extLst>
          </p:cNvPr>
          <p:cNvSpPr>
            <a:spLocks xmlns:a="http://schemas.openxmlformats.org/drawingml/2006/main" noGrp="1"/>
          </p:cNvSpPr>
          <p:nvPr/>
        </p:nvSpPr>
        <p:spPr>
          <a:xfrm xmlns:a="http://schemas.openxmlformats.org/drawingml/2006/main">
            <a:off x="3505200" y="38100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AA2AD"/>
                </a:solidFill>
              </a:defRPr>
            </a:defPPr>
            <a:lvl1pPr>
              <a:buNone/>
              <a:defRPr sz="1050" b="0">
                <a:solidFill>
                  <a:srgbClr val="9AA2AD"/>
                </a:solidFill>
              </a:defRPr>
            </a:lvl1pPr>
            <a:lvl2pPr>
              <a:buNone/>
              <a:defRPr sz="1050" b="0">
                <a:solidFill>
                  <a:srgbClr val="9AA2AD"/>
                </a:solidFill>
              </a:defRPr>
            </a:lvl2pPr>
            <a:lvl3pPr>
              <a:buNone/>
              <a:defRPr sz="1050" b="0">
                <a:solidFill>
                  <a:srgbClr val="9AA2AD"/>
                </a:solidFill>
              </a:defRPr>
            </a:lvl3pPr>
            <a:lvl4pPr>
              <a:buNone/>
              <a:defRPr sz="1050" b="0">
                <a:solidFill>
                  <a:srgbClr val="9AA2AD"/>
                </a:solidFill>
              </a:defRPr>
            </a:lvl4pPr>
            <a:lvl5pPr>
              <a:buNone/>
              <a:defRPr sz="1050" b="0">
                <a:solidFill>
                  <a:srgbClr val="9AA2AD"/>
                </a:solidFill>
              </a:defRPr>
            </a:lvl5pPr>
            <a:lvl6pPr>
              <a:buNone/>
              <a:defRPr sz="1050" b="0">
                <a:solidFill>
                  <a:srgbClr val="9AA2AD"/>
                </a:solidFill>
              </a:defRPr>
            </a:lvl6pPr>
            <a:lvl7pPr>
              <a:buNone/>
              <a:defRPr sz="1050" b="0">
                <a:solidFill>
                  <a:srgbClr val="9AA2AD"/>
                </a:solidFill>
              </a:defRPr>
            </a:lvl7pPr>
            <a:lvl8pPr>
              <a:buNone/>
              <a:defRPr sz="1050" b="0">
                <a:solidFill>
                  <a:srgbClr val="9AA2AD"/>
                </a:solidFill>
              </a:defRPr>
            </a:lvl8pPr>
            <a:lvl9pPr>
              <a:buNone/>
              <a:defRPr sz="1050" b="0">
                <a:solidFill>
                  <a:srgbClr val="9AA2AD"/>
                </a:solidFill>
              </a:defRPr>
            </a:lvl9pPr>
          </a:lstStyle>
          <a:p xmlns:a="http://schemas.openxmlformats.org/drawingml/2006/main">
            <a:pPr>
              <a:buNone/>
              <a:defRPr sz="1050" b="0">
                <a:solidFill>
                  <a:srgbClr val="9AA2AD"/>
                </a:solidFill>
              </a:defRPr>
            </a:pPr>
            <a:r>
              <a:rPr sz="1050" b="0">
                <a:solidFill>
                  <a:srgbClr val="9AA2AD"/>
                </a:solidFill>
              </a:rPr>
              <a:t>Dispatch, invoice and reuse</a:t>
            </a:r>
          </a:p>
        </p:txBody>
      </p:sp>
      <p:sp>
        <p:nvSpPr>
          <p:cNvPr id="12" name="">
            <a:extLst xmlns:a="http://schemas.openxmlformats.org/drawingml/2006/main">
              <a:ext uri="{FF2B5EF4-FFF2-40B4-BE49-F238E27FC236}">
                <a16:creationId xmlns:a16="http://schemas.microsoft.com/office/drawing/2014/main" id="{7AC66014-BC51-43E4-B1BF-9701919D03F8}"/>
              </a:ext>
            </a:extLst>
          </p:cNvPr>
          <p:cNvSpPr>
            <a:spLocks xmlns:a="http://schemas.openxmlformats.org/drawingml/2006/main" noGrp="1"/>
          </p:cNvSpPr>
          <p:nvPr/>
        </p:nvSpPr>
        <p:spPr>
          <a:xfrm xmlns:a="http://schemas.openxmlformats.org/drawingml/2006/main">
            <a:off x="6057900" y="2571750"/>
            <a:ext cx="2400300" cy="200025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13" name="">
            <a:extLst xmlns:a="http://schemas.openxmlformats.org/drawingml/2006/main">
              <a:ext uri="{FF2B5EF4-FFF2-40B4-BE49-F238E27FC236}">
                <a16:creationId xmlns:a16="http://schemas.microsoft.com/office/drawing/2014/main" id="{20A276E3-88F9-4527-95F9-0829BADF97A4}"/>
              </a:ext>
            </a:extLst>
          </p:cNvPr>
          <p:cNvSpPr>
            <a:spLocks xmlns:a="http://schemas.openxmlformats.org/drawingml/2006/main" noGrp="1"/>
          </p:cNvSpPr>
          <p:nvPr/>
        </p:nvSpPr>
        <p:spPr>
          <a:xfrm xmlns:a="http://schemas.openxmlformats.org/drawingml/2006/main">
            <a:off x="622935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E8418A"/>
                </a:solidFill>
              </a:defRPr>
            </a:defPPr>
            <a:lvl1pPr>
              <a:buNone/>
              <a:defRPr sz="1050" b="1">
                <a:solidFill>
                  <a:srgbClr val="E8418A"/>
                </a:solidFill>
              </a:defRPr>
            </a:lvl1pPr>
            <a:lvl2pPr>
              <a:buNone/>
              <a:defRPr sz="1050" b="1">
                <a:solidFill>
                  <a:srgbClr val="E8418A"/>
                </a:solidFill>
              </a:defRPr>
            </a:lvl2pPr>
            <a:lvl3pPr>
              <a:buNone/>
              <a:defRPr sz="1050" b="1">
                <a:solidFill>
                  <a:srgbClr val="E8418A"/>
                </a:solidFill>
              </a:defRPr>
            </a:lvl3pPr>
            <a:lvl4pPr>
              <a:buNone/>
              <a:defRPr sz="1050" b="1">
                <a:solidFill>
                  <a:srgbClr val="E8418A"/>
                </a:solidFill>
              </a:defRPr>
            </a:lvl4pPr>
            <a:lvl5pPr>
              <a:buNone/>
              <a:defRPr sz="1050" b="1">
                <a:solidFill>
                  <a:srgbClr val="E8418A"/>
                </a:solidFill>
              </a:defRPr>
            </a:lvl5pPr>
            <a:lvl6pPr>
              <a:buNone/>
              <a:defRPr sz="1050" b="1">
                <a:solidFill>
                  <a:srgbClr val="E8418A"/>
                </a:solidFill>
              </a:defRPr>
            </a:lvl6pPr>
            <a:lvl7pPr>
              <a:buNone/>
              <a:defRPr sz="1050" b="1">
                <a:solidFill>
                  <a:srgbClr val="E8418A"/>
                </a:solidFill>
              </a:defRPr>
            </a:lvl7pPr>
            <a:lvl8pPr>
              <a:buNone/>
              <a:defRPr sz="1050" b="1">
                <a:solidFill>
                  <a:srgbClr val="E8418A"/>
                </a:solidFill>
              </a:defRPr>
            </a:lvl8pPr>
            <a:lvl9pPr>
              <a:buNone/>
              <a:defRPr sz="1050" b="1">
                <a:solidFill>
                  <a:srgbClr val="E8418A"/>
                </a:solidFill>
              </a:defRPr>
            </a:lvl9pPr>
          </a:lstStyle>
          <a:p xmlns:a="http://schemas.openxmlformats.org/drawingml/2006/main">
            <a:pPr>
              <a:buNone/>
              <a:defRPr sz="1050" b="1">
                <a:solidFill>
                  <a:srgbClr val="E8418A"/>
                </a:solidFill>
              </a:defRPr>
            </a:pPr>
            <a:r>
              <a:rPr sz="1050" b="1">
                <a:solidFill>
                  <a:srgbClr val="E8418A"/>
                </a:solidFill>
              </a:rPr>
              <a:t>03</a:t>
            </a:r>
          </a:p>
        </p:txBody>
      </p:sp>
      <p:sp>
        <p:nvSpPr>
          <p:cNvPr id="14" name="">
            <a:extLst xmlns:a="http://schemas.openxmlformats.org/drawingml/2006/main">
              <a:ext uri="{FF2B5EF4-FFF2-40B4-BE49-F238E27FC236}">
                <a16:creationId xmlns:a16="http://schemas.microsoft.com/office/drawing/2014/main" id="{A28FB8C9-294E-4CF2-83D9-F2D684C50B37}"/>
              </a:ext>
            </a:extLst>
          </p:cNvPr>
          <p:cNvSpPr>
            <a:spLocks xmlns:a="http://schemas.openxmlformats.org/drawingml/2006/main" noGrp="1"/>
          </p:cNvSpPr>
          <p:nvPr/>
        </p:nvSpPr>
        <p:spPr>
          <a:xfrm xmlns:a="http://schemas.openxmlformats.org/drawingml/2006/main">
            <a:off x="6229350" y="3181350"/>
            <a:ext cx="2047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6F1E8"/>
                </a:solidFill>
              </a:defRPr>
            </a:defPPr>
            <a:lvl1pPr>
              <a:buNone/>
              <a:defRPr sz="1650" b="1">
                <a:solidFill>
                  <a:srgbClr val="F6F1E8"/>
                </a:solidFill>
              </a:defRPr>
            </a:lvl1pPr>
            <a:lvl2pPr>
              <a:buNone/>
              <a:defRPr sz="1650" b="1">
                <a:solidFill>
                  <a:srgbClr val="F6F1E8"/>
                </a:solidFill>
              </a:defRPr>
            </a:lvl2pPr>
            <a:lvl3pPr>
              <a:buNone/>
              <a:defRPr sz="1650" b="1">
                <a:solidFill>
                  <a:srgbClr val="F6F1E8"/>
                </a:solidFill>
              </a:defRPr>
            </a:lvl3pPr>
            <a:lvl4pPr>
              <a:buNone/>
              <a:defRPr sz="1650" b="1">
                <a:solidFill>
                  <a:srgbClr val="F6F1E8"/>
                </a:solidFill>
              </a:defRPr>
            </a:lvl4pPr>
            <a:lvl5pPr>
              <a:buNone/>
              <a:defRPr sz="1650" b="1">
                <a:solidFill>
                  <a:srgbClr val="F6F1E8"/>
                </a:solidFill>
              </a:defRPr>
            </a:lvl5pPr>
            <a:lvl6pPr>
              <a:buNone/>
              <a:defRPr sz="1650" b="1">
                <a:solidFill>
                  <a:srgbClr val="F6F1E8"/>
                </a:solidFill>
              </a:defRPr>
            </a:lvl6pPr>
            <a:lvl7pPr>
              <a:buNone/>
              <a:defRPr sz="1650" b="1">
                <a:solidFill>
                  <a:srgbClr val="F6F1E8"/>
                </a:solidFill>
              </a:defRPr>
            </a:lvl7pPr>
            <a:lvl8pPr>
              <a:buNone/>
              <a:defRPr sz="1650" b="1">
                <a:solidFill>
                  <a:srgbClr val="F6F1E8"/>
                </a:solidFill>
              </a:defRPr>
            </a:lvl8pPr>
            <a:lvl9pPr>
              <a:buNone/>
              <a:defRPr sz="1650" b="1">
                <a:solidFill>
                  <a:srgbClr val="F6F1E8"/>
                </a:solidFill>
              </a:defRPr>
            </a:lvl9pPr>
          </a:lstStyle>
          <a:p xmlns:a="http://schemas.openxmlformats.org/drawingml/2006/main">
            <a:pPr>
              <a:buNone/>
              <a:defRPr sz="1650" b="1">
                <a:solidFill>
                  <a:srgbClr val="F6F1E8"/>
                </a:solidFill>
              </a:defRPr>
            </a:pPr>
            <a:r>
              <a:rPr sz="1650" b="1">
                <a:solidFill>
                  <a:srgbClr val="F6F1E8"/>
                </a:solidFill>
              </a:rPr>
              <a:t>Supplier</a:t>
            </a:r>
          </a:p>
        </p:txBody>
      </p:sp>
      <p:sp>
        <p:nvSpPr>
          <p:cNvPr id="15" name="">
            <a:extLst xmlns:a="http://schemas.openxmlformats.org/drawingml/2006/main">
              <a:ext uri="{FF2B5EF4-FFF2-40B4-BE49-F238E27FC236}">
                <a16:creationId xmlns:a16="http://schemas.microsoft.com/office/drawing/2014/main" id="{099AE891-BB5D-427F-A513-BF7D05080A10}"/>
              </a:ext>
            </a:extLst>
          </p:cNvPr>
          <p:cNvSpPr>
            <a:spLocks xmlns:a="http://schemas.openxmlformats.org/drawingml/2006/main" noGrp="1"/>
          </p:cNvSpPr>
          <p:nvPr/>
        </p:nvSpPr>
        <p:spPr>
          <a:xfrm xmlns:a="http://schemas.openxmlformats.org/drawingml/2006/main">
            <a:off x="6229350" y="38100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AA2AD"/>
                </a:solidFill>
              </a:defRPr>
            </a:defPPr>
            <a:lvl1pPr>
              <a:buNone/>
              <a:defRPr sz="1050" b="0">
                <a:solidFill>
                  <a:srgbClr val="9AA2AD"/>
                </a:solidFill>
              </a:defRPr>
            </a:lvl1pPr>
            <a:lvl2pPr>
              <a:buNone/>
              <a:defRPr sz="1050" b="0">
                <a:solidFill>
                  <a:srgbClr val="9AA2AD"/>
                </a:solidFill>
              </a:defRPr>
            </a:lvl2pPr>
            <a:lvl3pPr>
              <a:buNone/>
              <a:defRPr sz="1050" b="0">
                <a:solidFill>
                  <a:srgbClr val="9AA2AD"/>
                </a:solidFill>
              </a:defRPr>
            </a:lvl3pPr>
            <a:lvl4pPr>
              <a:buNone/>
              <a:defRPr sz="1050" b="0">
                <a:solidFill>
                  <a:srgbClr val="9AA2AD"/>
                </a:solidFill>
              </a:defRPr>
            </a:lvl4pPr>
            <a:lvl5pPr>
              <a:buNone/>
              <a:defRPr sz="1050" b="0">
                <a:solidFill>
                  <a:srgbClr val="9AA2AD"/>
                </a:solidFill>
              </a:defRPr>
            </a:lvl5pPr>
            <a:lvl6pPr>
              <a:buNone/>
              <a:defRPr sz="1050" b="0">
                <a:solidFill>
                  <a:srgbClr val="9AA2AD"/>
                </a:solidFill>
              </a:defRPr>
            </a:lvl6pPr>
            <a:lvl7pPr>
              <a:buNone/>
              <a:defRPr sz="1050" b="0">
                <a:solidFill>
                  <a:srgbClr val="9AA2AD"/>
                </a:solidFill>
              </a:defRPr>
            </a:lvl7pPr>
            <a:lvl8pPr>
              <a:buNone/>
              <a:defRPr sz="1050" b="0">
                <a:solidFill>
                  <a:srgbClr val="9AA2AD"/>
                </a:solidFill>
              </a:defRPr>
            </a:lvl8pPr>
            <a:lvl9pPr>
              <a:buNone/>
              <a:defRPr sz="1050" b="0">
                <a:solidFill>
                  <a:srgbClr val="9AA2AD"/>
                </a:solidFill>
              </a:defRPr>
            </a:lvl9pPr>
          </a:lstStyle>
          <a:p xmlns:a="http://schemas.openxmlformats.org/drawingml/2006/main">
            <a:pPr>
              <a:buNone/>
              <a:defRPr sz="1050" b="0">
                <a:solidFill>
                  <a:srgbClr val="9AA2AD"/>
                </a:solidFill>
              </a:defRPr>
            </a:pPr>
            <a:r>
              <a:rPr sz="1050" b="0">
                <a:solidFill>
                  <a:srgbClr val="9AA2AD"/>
                </a:solidFill>
              </a:rPr>
              <a:t>Supplier returns; loop context</a:t>
            </a:r>
          </a:p>
        </p:txBody>
      </p:sp>
      <p:sp>
        <p:nvSpPr>
          <p:cNvPr id="16" name="">
            <a:extLst xmlns:a="http://schemas.openxmlformats.org/drawingml/2006/main">
              <a:ext uri="{FF2B5EF4-FFF2-40B4-BE49-F238E27FC236}">
                <a16:creationId xmlns:a16="http://schemas.microsoft.com/office/drawing/2014/main" id="{E7A00CEE-387A-4E96-99AF-B36865C875BB}"/>
              </a:ext>
            </a:extLst>
          </p:cNvPr>
          <p:cNvSpPr>
            <a:spLocks xmlns:a="http://schemas.openxmlformats.org/drawingml/2006/main" noGrp="1"/>
          </p:cNvSpPr>
          <p:nvPr/>
        </p:nvSpPr>
        <p:spPr>
          <a:xfrm xmlns:a="http://schemas.openxmlformats.org/drawingml/2006/main">
            <a:off x="8782050" y="2571750"/>
            <a:ext cx="2400300" cy="200025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17" name="">
            <a:extLst xmlns:a="http://schemas.openxmlformats.org/drawingml/2006/main">
              <a:ext uri="{FF2B5EF4-FFF2-40B4-BE49-F238E27FC236}">
                <a16:creationId xmlns:a16="http://schemas.microsoft.com/office/drawing/2014/main" id="{82CC17E5-8539-4DC6-BB86-53DBE16491BA}"/>
              </a:ext>
            </a:extLst>
          </p:cNvPr>
          <p:cNvSpPr>
            <a:spLocks xmlns:a="http://schemas.openxmlformats.org/drawingml/2006/main" noGrp="1"/>
          </p:cNvSpPr>
          <p:nvPr/>
        </p:nvSpPr>
        <p:spPr>
          <a:xfrm xmlns:a="http://schemas.openxmlformats.org/drawingml/2006/main">
            <a:off x="895350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E8418A"/>
                </a:solidFill>
              </a:defRPr>
            </a:defPPr>
            <a:lvl1pPr>
              <a:buNone/>
              <a:defRPr sz="1050" b="1">
                <a:solidFill>
                  <a:srgbClr val="E8418A"/>
                </a:solidFill>
              </a:defRPr>
            </a:lvl1pPr>
            <a:lvl2pPr>
              <a:buNone/>
              <a:defRPr sz="1050" b="1">
                <a:solidFill>
                  <a:srgbClr val="E8418A"/>
                </a:solidFill>
              </a:defRPr>
            </a:lvl2pPr>
            <a:lvl3pPr>
              <a:buNone/>
              <a:defRPr sz="1050" b="1">
                <a:solidFill>
                  <a:srgbClr val="E8418A"/>
                </a:solidFill>
              </a:defRPr>
            </a:lvl3pPr>
            <a:lvl4pPr>
              <a:buNone/>
              <a:defRPr sz="1050" b="1">
                <a:solidFill>
                  <a:srgbClr val="E8418A"/>
                </a:solidFill>
              </a:defRPr>
            </a:lvl4pPr>
            <a:lvl5pPr>
              <a:buNone/>
              <a:defRPr sz="1050" b="1">
                <a:solidFill>
                  <a:srgbClr val="E8418A"/>
                </a:solidFill>
              </a:defRPr>
            </a:lvl5pPr>
            <a:lvl6pPr>
              <a:buNone/>
              <a:defRPr sz="1050" b="1">
                <a:solidFill>
                  <a:srgbClr val="E8418A"/>
                </a:solidFill>
              </a:defRPr>
            </a:lvl6pPr>
            <a:lvl7pPr>
              <a:buNone/>
              <a:defRPr sz="1050" b="1">
                <a:solidFill>
                  <a:srgbClr val="E8418A"/>
                </a:solidFill>
              </a:defRPr>
            </a:lvl7pPr>
            <a:lvl8pPr>
              <a:buNone/>
              <a:defRPr sz="1050" b="1">
                <a:solidFill>
                  <a:srgbClr val="E8418A"/>
                </a:solidFill>
              </a:defRPr>
            </a:lvl8pPr>
            <a:lvl9pPr>
              <a:buNone/>
              <a:defRPr sz="1050" b="1">
                <a:solidFill>
                  <a:srgbClr val="E8418A"/>
                </a:solidFill>
              </a:defRPr>
            </a:lvl9pPr>
          </a:lstStyle>
          <a:p xmlns:a="http://schemas.openxmlformats.org/drawingml/2006/main">
            <a:pPr>
              <a:buNone/>
              <a:defRPr sz="1050" b="1">
                <a:solidFill>
                  <a:srgbClr val="E8418A"/>
                </a:solidFill>
              </a:defRPr>
            </a:pPr>
            <a:r>
              <a:rPr sz="1050" b="1">
                <a:solidFill>
                  <a:srgbClr val="E8418A"/>
                </a:solidFill>
              </a:rPr>
              <a:t>04</a:t>
            </a:r>
          </a:p>
        </p:txBody>
      </p:sp>
      <p:sp>
        <p:nvSpPr>
          <p:cNvPr id="18" name="">
            <a:extLst xmlns:a="http://schemas.openxmlformats.org/drawingml/2006/main">
              <a:ext uri="{FF2B5EF4-FFF2-40B4-BE49-F238E27FC236}">
                <a16:creationId xmlns:a16="http://schemas.microsoft.com/office/drawing/2014/main" id="{4347664C-DCA6-470C-B981-BF71BA50FD3E}"/>
              </a:ext>
            </a:extLst>
          </p:cNvPr>
          <p:cNvSpPr>
            <a:spLocks xmlns:a="http://schemas.openxmlformats.org/drawingml/2006/main" noGrp="1"/>
          </p:cNvSpPr>
          <p:nvPr/>
        </p:nvSpPr>
        <p:spPr>
          <a:xfrm xmlns:a="http://schemas.openxmlformats.org/drawingml/2006/main">
            <a:off x="8953500" y="3181350"/>
            <a:ext cx="2047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6F1E8"/>
                </a:solidFill>
              </a:defRPr>
            </a:defPPr>
            <a:lvl1pPr>
              <a:buNone/>
              <a:defRPr sz="1650" b="1">
                <a:solidFill>
                  <a:srgbClr val="F6F1E8"/>
                </a:solidFill>
              </a:defRPr>
            </a:lvl1pPr>
            <a:lvl2pPr>
              <a:buNone/>
              <a:defRPr sz="1650" b="1">
                <a:solidFill>
                  <a:srgbClr val="F6F1E8"/>
                </a:solidFill>
              </a:defRPr>
            </a:lvl2pPr>
            <a:lvl3pPr>
              <a:buNone/>
              <a:defRPr sz="1650" b="1">
                <a:solidFill>
                  <a:srgbClr val="F6F1E8"/>
                </a:solidFill>
              </a:defRPr>
            </a:lvl3pPr>
            <a:lvl4pPr>
              <a:buNone/>
              <a:defRPr sz="1650" b="1">
                <a:solidFill>
                  <a:srgbClr val="F6F1E8"/>
                </a:solidFill>
              </a:defRPr>
            </a:lvl4pPr>
            <a:lvl5pPr>
              <a:buNone/>
              <a:defRPr sz="1650" b="1">
                <a:solidFill>
                  <a:srgbClr val="F6F1E8"/>
                </a:solidFill>
              </a:defRPr>
            </a:lvl5pPr>
            <a:lvl6pPr>
              <a:buNone/>
              <a:defRPr sz="1650" b="1">
                <a:solidFill>
                  <a:srgbClr val="F6F1E8"/>
                </a:solidFill>
              </a:defRPr>
            </a:lvl6pPr>
            <a:lvl7pPr>
              <a:buNone/>
              <a:defRPr sz="1650" b="1">
                <a:solidFill>
                  <a:srgbClr val="F6F1E8"/>
                </a:solidFill>
              </a:defRPr>
            </a:lvl7pPr>
            <a:lvl8pPr>
              <a:buNone/>
              <a:defRPr sz="1650" b="1">
                <a:solidFill>
                  <a:srgbClr val="F6F1E8"/>
                </a:solidFill>
              </a:defRPr>
            </a:lvl8pPr>
            <a:lvl9pPr>
              <a:buNone/>
              <a:defRPr sz="1650" b="1">
                <a:solidFill>
                  <a:srgbClr val="F6F1E8"/>
                </a:solidFill>
              </a:defRPr>
            </a:lvl9pPr>
          </a:lstStyle>
          <a:p xmlns:a="http://schemas.openxmlformats.org/drawingml/2006/main">
            <a:pPr>
              <a:buNone/>
              <a:defRPr sz="1650" b="1">
                <a:solidFill>
                  <a:srgbClr val="F6F1E8"/>
                </a:solidFill>
              </a:defRPr>
            </a:pPr>
            <a:r>
              <a:rPr sz="1650" b="1">
                <a:solidFill>
                  <a:srgbClr val="F6F1E8"/>
                </a:solidFill>
              </a:rPr>
              <a:t>Financial</a:t>
            </a:r>
          </a:p>
        </p:txBody>
      </p:sp>
      <p:sp>
        <p:nvSpPr>
          <p:cNvPr id="19" name="">
            <a:extLst xmlns:a="http://schemas.openxmlformats.org/drawingml/2006/main">
              <a:ext uri="{FF2B5EF4-FFF2-40B4-BE49-F238E27FC236}">
                <a16:creationId xmlns:a16="http://schemas.microsoft.com/office/drawing/2014/main" id="{66E39187-6256-463E-8D2F-54458C3BAA28}"/>
              </a:ext>
            </a:extLst>
          </p:cNvPr>
          <p:cNvSpPr>
            <a:spLocks xmlns:a="http://schemas.openxmlformats.org/drawingml/2006/main" noGrp="1"/>
          </p:cNvSpPr>
          <p:nvPr/>
        </p:nvSpPr>
        <p:spPr>
          <a:xfrm xmlns:a="http://schemas.openxmlformats.org/drawingml/2006/main">
            <a:off x="8953500" y="38100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AA2AD"/>
                </a:solidFill>
              </a:defRPr>
            </a:defPPr>
            <a:lvl1pPr>
              <a:buNone/>
              <a:defRPr sz="1050" b="0">
                <a:solidFill>
                  <a:srgbClr val="9AA2AD"/>
                </a:solidFill>
              </a:defRPr>
            </a:lvl1pPr>
            <a:lvl2pPr>
              <a:buNone/>
              <a:defRPr sz="1050" b="0">
                <a:solidFill>
                  <a:srgbClr val="9AA2AD"/>
                </a:solidFill>
              </a:defRPr>
            </a:lvl2pPr>
            <a:lvl3pPr>
              <a:buNone/>
              <a:defRPr sz="1050" b="0">
                <a:solidFill>
                  <a:srgbClr val="9AA2AD"/>
                </a:solidFill>
              </a:defRPr>
            </a:lvl3pPr>
            <a:lvl4pPr>
              <a:buNone/>
              <a:defRPr sz="1050" b="0">
                <a:solidFill>
                  <a:srgbClr val="9AA2AD"/>
                </a:solidFill>
              </a:defRPr>
            </a:lvl4pPr>
            <a:lvl5pPr>
              <a:buNone/>
              <a:defRPr sz="1050" b="0">
                <a:solidFill>
                  <a:srgbClr val="9AA2AD"/>
                </a:solidFill>
              </a:defRPr>
            </a:lvl5pPr>
            <a:lvl6pPr>
              <a:buNone/>
              <a:defRPr sz="1050" b="0">
                <a:solidFill>
                  <a:srgbClr val="9AA2AD"/>
                </a:solidFill>
              </a:defRPr>
            </a:lvl6pPr>
            <a:lvl7pPr>
              <a:buNone/>
              <a:defRPr sz="1050" b="0">
                <a:solidFill>
                  <a:srgbClr val="9AA2AD"/>
                </a:solidFill>
              </a:defRPr>
            </a:lvl7pPr>
            <a:lvl8pPr>
              <a:buNone/>
              <a:defRPr sz="1050" b="0">
                <a:solidFill>
                  <a:srgbClr val="9AA2AD"/>
                </a:solidFill>
              </a:defRPr>
            </a:lvl8pPr>
            <a:lvl9pPr>
              <a:buNone/>
              <a:defRPr sz="1050" b="0">
                <a:solidFill>
                  <a:srgbClr val="9AA2AD"/>
                </a:solidFill>
              </a:defRPr>
            </a:lvl9pPr>
          </a:lstStyle>
          <a:p xmlns:a="http://schemas.openxmlformats.org/drawingml/2006/main">
            <a:pPr>
              <a:buNone/>
              <a:defRPr sz="1050" b="0">
                <a:solidFill>
                  <a:srgbClr val="9AA2AD"/>
                </a:solidFill>
              </a:defRPr>
            </a:pPr>
            <a:r>
              <a:rPr sz="1050" b="0">
                <a:solidFill>
                  <a:srgbClr val="9AA2AD"/>
                </a:solidFill>
              </a:rPr>
              <a:t>Bank vs sales and purchases</a:t>
            </a:r>
          </a:p>
        </p:txBody>
      </p:sp>
      <p:sp>
        <p:nvSpPr>
          <p:cNvPr id="20" name="">
            <a:extLst xmlns:a="http://schemas.openxmlformats.org/drawingml/2006/main">
              <a:ext uri="{FF2B5EF4-FFF2-40B4-BE49-F238E27FC236}">
                <a16:creationId xmlns:a16="http://schemas.microsoft.com/office/drawing/2014/main" id="{543209CA-7200-4A7E-9134-B517EE428824}"/>
              </a:ext>
            </a:extLst>
          </p:cNvPr>
          <p:cNvSpPr>
            <a:spLocks xmlns:a="http://schemas.openxmlformats.org/drawingml/2006/main" noGrp="1"/>
          </p:cNvSpPr>
          <p:nvPr/>
        </p:nvSpPr>
        <p:spPr>
          <a:xfrm xmlns:a="http://schemas.openxmlformats.org/drawingml/2006/main">
            <a:off x="609600" y="5200650"/>
            <a:ext cx="10001250" cy="609600"/>
          </a:xfrm>
          <a:prstGeom xmlns:a="http://schemas.openxmlformats.org/drawingml/2006/main" prst="rect">
            <a:avLst/>
          </a:prstGeom>
          <a:solidFill xmlns:a="http://schemas.openxmlformats.org/drawingml/2006/main">
            <a:srgbClr val="243023"/>
          </a:solidFill>
          <a:ln xmlns:a="http://schemas.openxmlformats.org/drawingml/2006/main" w="9525">
            <a:solidFill>
              <a:srgbClr val="B7D660"/>
            </a:solidFill>
            <a:prstDash val="solid"/>
          </a:ln>
        </p:spPr>
      </p:sp>
      <p:sp>
        <p:nvSpPr>
          <p:cNvPr id="21" name="">
            <a:extLst xmlns:a="http://schemas.openxmlformats.org/drawingml/2006/main">
              <a:ext uri="{FF2B5EF4-FFF2-40B4-BE49-F238E27FC236}">
                <a16:creationId xmlns:a16="http://schemas.microsoft.com/office/drawing/2014/main" id="{8369D103-7D4F-4BC3-A853-42E86CA60D95}"/>
              </a:ext>
            </a:extLst>
          </p:cNvPr>
          <p:cNvSpPr>
            <a:spLocks xmlns:a="http://schemas.openxmlformats.org/drawingml/2006/main" noGrp="1"/>
          </p:cNvSpPr>
          <p:nvPr/>
        </p:nvSpPr>
        <p:spPr>
          <a:xfrm xmlns:a="http://schemas.openxmlformats.org/drawingml/2006/main">
            <a:off x="838200" y="53911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B7D660"/>
                </a:solidFill>
              </a:defRPr>
            </a:defPPr>
            <a:lvl1pPr>
              <a:buNone/>
              <a:defRPr sz="1200" b="1">
                <a:solidFill>
                  <a:srgbClr val="B7D660"/>
                </a:solidFill>
              </a:defRPr>
            </a:lvl1pPr>
            <a:lvl2pPr>
              <a:buNone/>
              <a:defRPr sz="1200" b="1">
                <a:solidFill>
                  <a:srgbClr val="B7D660"/>
                </a:solidFill>
              </a:defRPr>
            </a:lvl2pPr>
            <a:lvl3pPr>
              <a:buNone/>
              <a:defRPr sz="1200" b="1">
                <a:solidFill>
                  <a:srgbClr val="B7D660"/>
                </a:solidFill>
              </a:defRPr>
            </a:lvl3pPr>
            <a:lvl4pPr>
              <a:buNone/>
              <a:defRPr sz="1200" b="1">
                <a:solidFill>
                  <a:srgbClr val="B7D660"/>
                </a:solidFill>
              </a:defRPr>
            </a:lvl4pPr>
            <a:lvl5pPr>
              <a:buNone/>
              <a:defRPr sz="1200" b="1">
                <a:solidFill>
                  <a:srgbClr val="B7D660"/>
                </a:solidFill>
              </a:defRPr>
            </a:lvl5pPr>
            <a:lvl6pPr>
              <a:buNone/>
              <a:defRPr sz="1200" b="1">
                <a:solidFill>
                  <a:srgbClr val="B7D660"/>
                </a:solidFill>
              </a:defRPr>
            </a:lvl6pPr>
            <a:lvl7pPr>
              <a:buNone/>
              <a:defRPr sz="1200" b="1">
                <a:solidFill>
                  <a:srgbClr val="B7D660"/>
                </a:solidFill>
              </a:defRPr>
            </a:lvl7pPr>
            <a:lvl8pPr>
              <a:buNone/>
              <a:defRPr sz="1200" b="1">
                <a:solidFill>
                  <a:srgbClr val="B7D660"/>
                </a:solidFill>
              </a:defRPr>
            </a:lvl8pPr>
            <a:lvl9pPr>
              <a:buNone/>
              <a:defRPr sz="1200" b="1">
                <a:solidFill>
                  <a:srgbClr val="B7D660"/>
                </a:solidFill>
              </a:defRPr>
            </a:lvl9pPr>
          </a:lstStyle>
          <a:p xmlns:a="http://schemas.openxmlformats.org/drawingml/2006/main">
            <a:pPr>
              <a:buNone/>
              <a:defRPr sz="1200" b="1">
                <a:solidFill>
                  <a:srgbClr val="B7D660"/>
                </a:solidFill>
              </a:defRPr>
            </a:pPr>
            <a:r>
              <a:rPr sz="1200" b="1">
                <a:solidFill>
                  <a:srgbClr val="B7D660"/>
                </a:solidFill>
              </a:rPr>
              <a:t>PRIORITISE ONLY WHEN AT LEAST TWO SOURCE FAMILIES FIRE</a:t>
            </a:r>
          </a:p>
        </p:txBody>
      </p:sp>
      <p:sp>
        <p:nvSpPr>
          <p:cNvPr id="22" name="">
            <a:extLst xmlns:a="http://schemas.openxmlformats.org/drawingml/2006/main">
              <a:ext uri="{FF2B5EF4-FFF2-40B4-BE49-F238E27FC236}">
                <a16:creationId xmlns:a16="http://schemas.microsoft.com/office/drawing/2014/main" id="{9402C942-369F-442F-8D12-FF680B929A37}"/>
              </a:ext>
            </a:extLst>
          </p:cNvPr>
          <p:cNvSpPr>
            <a:spLocks xmlns:a="http://schemas.openxmlformats.org/drawingml/2006/main" noGrp="1"/>
          </p:cNvSpPr>
          <p:nvPr/>
        </p:nvSpPr>
        <p:spPr>
          <a:xfrm xmlns:a="http://schemas.openxmlformats.org/drawingml/2006/main">
            <a:off x="838200" y="558165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F6F1E8"/>
                </a:solidFill>
              </a:defRPr>
            </a:defPPr>
            <a:lvl1pPr>
              <a:buNone/>
              <a:defRPr sz="900" b="0">
                <a:solidFill>
                  <a:srgbClr val="F6F1E8"/>
                </a:solidFill>
              </a:defRPr>
            </a:lvl1pPr>
            <a:lvl2pPr>
              <a:buNone/>
              <a:defRPr sz="900" b="0">
                <a:solidFill>
                  <a:srgbClr val="F6F1E8"/>
                </a:solidFill>
              </a:defRPr>
            </a:lvl2pPr>
            <a:lvl3pPr>
              <a:buNone/>
              <a:defRPr sz="900" b="0">
                <a:solidFill>
                  <a:srgbClr val="F6F1E8"/>
                </a:solidFill>
              </a:defRPr>
            </a:lvl3pPr>
            <a:lvl4pPr>
              <a:buNone/>
              <a:defRPr sz="900" b="0">
                <a:solidFill>
                  <a:srgbClr val="F6F1E8"/>
                </a:solidFill>
              </a:defRPr>
            </a:lvl4pPr>
            <a:lvl5pPr>
              <a:buNone/>
              <a:defRPr sz="900" b="0">
                <a:solidFill>
                  <a:srgbClr val="F6F1E8"/>
                </a:solidFill>
              </a:defRPr>
            </a:lvl5pPr>
            <a:lvl6pPr>
              <a:buNone/>
              <a:defRPr sz="900" b="0">
                <a:solidFill>
                  <a:srgbClr val="F6F1E8"/>
                </a:solidFill>
              </a:defRPr>
            </a:lvl6pPr>
            <a:lvl7pPr>
              <a:buNone/>
              <a:defRPr sz="900" b="0">
                <a:solidFill>
                  <a:srgbClr val="F6F1E8"/>
                </a:solidFill>
              </a:defRPr>
            </a:lvl7pPr>
            <a:lvl8pPr>
              <a:buNone/>
              <a:defRPr sz="900" b="0">
                <a:solidFill>
                  <a:srgbClr val="F6F1E8"/>
                </a:solidFill>
              </a:defRPr>
            </a:lvl8pPr>
            <a:lvl9pPr>
              <a:buNone/>
              <a:defRPr sz="900" b="0">
                <a:solidFill>
                  <a:srgbClr val="F6F1E8"/>
                </a:solidFill>
              </a:defRPr>
            </a:lvl9pPr>
          </a:lstStyle>
          <a:p xmlns:a="http://schemas.openxmlformats.org/drawingml/2006/main">
            <a:pPr>
              <a:buNone/>
              <a:defRPr sz="900" b="0">
                <a:solidFill>
                  <a:srgbClr val="F6F1E8"/>
                </a:solidFill>
              </a:defRPr>
            </a:pPr>
            <a:r>
              <a:rPr sz="900" b="0">
                <a:solidFill>
                  <a:srgbClr val="F6F1E8"/>
                </a:solidFill>
              </a:rPr>
              <a:t>A single-source month stays review-only or receives a documented cleared disposition.</a:t>
            </a:r>
          </a:p>
        </p:txBody>
      </p:sp>
      <p:sp>
        <p:nvSpPr>
          <p:cNvPr id="23" name="">
            <a:extLst xmlns:a="http://schemas.openxmlformats.org/drawingml/2006/main">
              <a:ext uri="{FF2B5EF4-FFF2-40B4-BE49-F238E27FC236}">
                <a16:creationId xmlns:a16="http://schemas.microsoft.com/office/drawing/2014/main" id="{5E2220E6-B1C2-4251-8F5F-90AFF8B7691C}"/>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9AA2AD"/>
                </a:solidFill>
              </a:defRPr>
            </a:defPPr>
            <a:lvl1pPr>
              <a:buNone/>
              <a:defRPr sz="750" b="1">
                <a:solidFill>
                  <a:srgbClr val="9AA2AD"/>
                </a:solidFill>
              </a:defRPr>
            </a:lvl1pPr>
            <a:lvl2pPr>
              <a:buNone/>
              <a:defRPr sz="750" b="1">
                <a:solidFill>
                  <a:srgbClr val="9AA2AD"/>
                </a:solidFill>
              </a:defRPr>
            </a:lvl2pPr>
            <a:lvl3pPr>
              <a:buNone/>
              <a:defRPr sz="750" b="1">
                <a:solidFill>
                  <a:srgbClr val="9AA2AD"/>
                </a:solidFill>
              </a:defRPr>
            </a:lvl3pPr>
            <a:lvl4pPr>
              <a:buNone/>
              <a:defRPr sz="750" b="1">
                <a:solidFill>
                  <a:srgbClr val="9AA2AD"/>
                </a:solidFill>
              </a:defRPr>
            </a:lvl4pPr>
            <a:lvl5pPr>
              <a:buNone/>
              <a:defRPr sz="750" b="1">
                <a:solidFill>
                  <a:srgbClr val="9AA2AD"/>
                </a:solidFill>
              </a:defRPr>
            </a:lvl5pPr>
            <a:lvl6pPr>
              <a:buNone/>
              <a:defRPr sz="750" b="1">
                <a:solidFill>
                  <a:srgbClr val="9AA2AD"/>
                </a:solidFill>
              </a:defRPr>
            </a:lvl6pPr>
            <a:lvl7pPr>
              <a:buNone/>
              <a:defRPr sz="750" b="1">
                <a:solidFill>
                  <a:srgbClr val="9AA2AD"/>
                </a:solidFill>
              </a:defRPr>
            </a:lvl7pPr>
            <a:lvl8pPr>
              <a:buNone/>
              <a:defRPr sz="750" b="1">
                <a:solidFill>
                  <a:srgbClr val="9AA2AD"/>
                </a:solidFill>
              </a:defRPr>
            </a:lvl8pPr>
            <a:lvl9pPr>
              <a:buNone/>
              <a:defRPr sz="750" b="1">
                <a:solidFill>
                  <a:srgbClr val="9AA2AD"/>
                </a:solidFill>
              </a:defRPr>
            </a:lvl9pPr>
          </a:lstStyle>
          <a:p xmlns:a="http://schemas.openxmlformats.org/drawingml/2006/main">
            <a:pPr>
              <a:buNone/>
              <a:defRPr sz="750" b="1">
                <a:solidFill>
                  <a:srgbClr val="9AA2AD"/>
                </a:solidFill>
              </a:defRPr>
            </a:pPr>
            <a:r>
              <a:rPr sz="750" b="1">
                <a:solidFill>
                  <a:srgbClr val="9AA2AD"/>
                </a:solidFill>
              </a:rPr>
              <a:t>EXATHON INDIA 2026  ·  KUSHAGRA GUPTA  ·  SYNTHETIC DATA</a:t>
            </a:r>
          </a:p>
        </p:txBody>
      </p:sp>
      <p:sp>
        <p:nvSpPr>
          <p:cNvPr id="24" name="">
            <a:extLst xmlns:a="http://schemas.openxmlformats.org/drawingml/2006/main">
              <a:ext uri="{FF2B5EF4-FFF2-40B4-BE49-F238E27FC236}">
                <a16:creationId xmlns:a16="http://schemas.microsoft.com/office/drawing/2014/main" id="{80A08F5A-8DBC-4A11-A521-A4DB31287925}"/>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buNone/>
              <a:defRPr sz="900" b="1">
                <a:solidFill>
                  <a:srgbClr val="B7D660"/>
                </a:solidFill>
              </a:defRPr>
            </a:lvl1pPr>
            <a:lvl2pPr>
              <a:buNone/>
              <a:defRPr sz="900" b="1">
                <a:solidFill>
                  <a:srgbClr val="B7D660"/>
                </a:solidFill>
              </a:defRPr>
            </a:lvl2pPr>
            <a:lvl3pPr>
              <a:buNone/>
              <a:defRPr sz="900" b="1">
                <a:solidFill>
                  <a:srgbClr val="B7D660"/>
                </a:solidFill>
              </a:defRPr>
            </a:lvl3pPr>
            <a:lvl4pPr>
              <a:buNone/>
              <a:defRPr sz="900" b="1">
                <a:solidFill>
                  <a:srgbClr val="B7D660"/>
                </a:solidFill>
              </a:defRPr>
            </a:lvl4pPr>
            <a:lvl5pPr>
              <a:buNone/>
              <a:defRPr sz="900" b="1">
                <a:solidFill>
                  <a:srgbClr val="B7D660"/>
                </a:solidFill>
              </a:defRPr>
            </a:lvl5pPr>
            <a:lvl6pPr>
              <a:buNone/>
              <a:defRPr sz="900" b="1">
                <a:solidFill>
                  <a:srgbClr val="B7D660"/>
                </a:solidFill>
              </a:defRPr>
            </a:lvl6pPr>
            <a:lvl7pPr>
              <a:buNone/>
              <a:defRPr sz="900" b="1">
                <a:solidFill>
                  <a:srgbClr val="B7D660"/>
                </a:solidFill>
              </a:defRPr>
            </a:lvl7pPr>
            <a:lvl8pPr>
              <a:buNone/>
              <a:defRPr sz="900" b="1">
                <a:solidFill>
                  <a:srgbClr val="B7D660"/>
                </a:solidFill>
              </a:defRPr>
            </a:lvl8pPr>
            <a:lvl9pPr>
              <a:buNone/>
              <a:defRPr sz="900" b="1">
                <a:solidFill>
                  <a:srgbClr val="B7D660"/>
                </a:solidFill>
              </a:defRPr>
            </a:lvl9pPr>
          </a:lstStyle>
          <a:p xmlns:a="http://schemas.openxmlformats.org/drawingml/2006/main">
            <a:pPr>
              <a:buNone/>
              <a:defRPr sz="900" b="1">
                <a:solidFill>
                  <a:srgbClr val="B7D660"/>
                </a:solidFill>
              </a:defRPr>
            </a:pPr>
            <a:r>
              <a:rPr sz="900" b="1">
                <a:solidFill>
                  <a:srgbClr val="B7D660"/>
                </a:solidFill>
              </a:rPr>
              <a:t>03</a:t>
            </a:r>
          </a:p>
        </p:txBody>
      </p:sp>
    </p:spTree>
    <p:extLst>
      <p:ext uri="{BB962C8B-B14F-4D97-AF65-F5344CB8AC3E}">
        <p14:creationId xmlns:p14="http://schemas.microsoft.com/office/powerpoint/2010/main" val="1394229688"/>
      </p:ext>
    </p:extLst>
  </p:cSld>
</p:sld>
</file>

<file path=ppt/slides/slide4.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2C0A844-6D49-43AF-89F3-6CD908B141F9}"/>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buNone/>
              <a:defRPr sz="900" b="1">
                <a:solidFill>
                  <a:srgbClr val="B7D660"/>
                </a:solidFill>
              </a:defRPr>
            </a:lvl1pPr>
            <a:lvl2pPr>
              <a:buNone/>
              <a:defRPr sz="900" b="1">
                <a:solidFill>
                  <a:srgbClr val="B7D660"/>
                </a:solidFill>
              </a:defRPr>
            </a:lvl2pPr>
            <a:lvl3pPr>
              <a:buNone/>
              <a:defRPr sz="900" b="1">
                <a:solidFill>
                  <a:srgbClr val="B7D660"/>
                </a:solidFill>
              </a:defRPr>
            </a:lvl3pPr>
            <a:lvl4pPr>
              <a:buNone/>
              <a:defRPr sz="900" b="1">
                <a:solidFill>
                  <a:srgbClr val="B7D660"/>
                </a:solidFill>
              </a:defRPr>
            </a:lvl4pPr>
            <a:lvl5pPr>
              <a:buNone/>
              <a:defRPr sz="900" b="1">
                <a:solidFill>
                  <a:srgbClr val="B7D660"/>
                </a:solidFill>
              </a:defRPr>
            </a:lvl5pPr>
            <a:lvl6pPr>
              <a:buNone/>
              <a:defRPr sz="900" b="1">
                <a:solidFill>
                  <a:srgbClr val="B7D660"/>
                </a:solidFill>
              </a:defRPr>
            </a:lvl6pPr>
            <a:lvl7pPr>
              <a:buNone/>
              <a:defRPr sz="900" b="1">
                <a:solidFill>
                  <a:srgbClr val="B7D660"/>
                </a:solidFill>
              </a:defRPr>
            </a:lvl7pPr>
            <a:lvl8pPr>
              <a:buNone/>
              <a:defRPr sz="900" b="1">
                <a:solidFill>
                  <a:srgbClr val="B7D660"/>
                </a:solidFill>
              </a:defRPr>
            </a:lvl8pPr>
            <a:lvl9pPr>
              <a:buNone/>
              <a:defRPr sz="900" b="1">
                <a:solidFill>
                  <a:srgbClr val="B7D660"/>
                </a:solidFill>
              </a:defRPr>
            </a:lvl9pPr>
          </a:lstStyle>
          <a:p xmlns:a="http://schemas.openxmlformats.org/drawingml/2006/main">
            <a:pPr>
              <a:buNone/>
              <a:defRPr sz="900" b="1">
                <a:solidFill>
                  <a:srgbClr val="B7D660"/>
                </a:solidFill>
              </a:defRPr>
            </a:pPr>
            <a:r>
              <a:rPr sz="900" b="1">
                <a:solidFill>
                  <a:srgbClr val="B7D660"/>
                </a:solidFill>
              </a:rPr>
              <a:t>GST EVIDENCE RECONCILIATION</a:t>
            </a:r>
          </a:p>
        </p:txBody>
      </p:sp>
      <p:sp>
        <p:nvSpPr>
          <p:cNvPr id="2" name="">
            <a:extLst xmlns:a="http://schemas.openxmlformats.org/drawingml/2006/main">
              <a:ext uri="{FF2B5EF4-FFF2-40B4-BE49-F238E27FC236}">
                <a16:creationId xmlns:a16="http://schemas.microsoft.com/office/drawing/2014/main" id="{9A16A06B-3E66-45BC-8037-B1F48427458B}"/>
              </a:ext>
            </a:extLst>
          </p:cNvPr>
          <p:cNvSpPr>
            <a:spLocks xmlns:a="http://schemas.openxmlformats.org/drawingml/2006/main" noGrp="1"/>
          </p:cNvSpPr>
          <p:nvPr/>
        </p:nvSpPr>
        <p:spPr>
          <a:xfrm xmlns:a="http://schemas.openxmlformats.org/drawingml/2006/main">
            <a:off x="609600" y="8001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F6F1E8"/>
                </a:solidFill>
              </a:defRPr>
            </a:defPPr>
            <a:lvl1pPr>
              <a:buNone/>
              <a:defRPr sz="3150" b="1">
                <a:solidFill>
                  <a:srgbClr val="F6F1E8"/>
                </a:solidFill>
              </a:defRPr>
            </a:lvl1pPr>
            <a:lvl2pPr>
              <a:buNone/>
              <a:defRPr sz="3150" b="1">
                <a:solidFill>
                  <a:srgbClr val="F6F1E8"/>
                </a:solidFill>
              </a:defRPr>
            </a:lvl2pPr>
            <a:lvl3pPr>
              <a:buNone/>
              <a:defRPr sz="3150" b="1">
                <a:solidFill>
                  <a:srgbClr val="F6F1E8"/>
                </a:solidFill>
              </a:defRPr>
            </a:lvl3pPr>
            <a:lvl4pPr>
              <a:buNone/>
              <a:defRPr sz="3150" b="1">
                <a:solidFill>
                  <a:srgbClr val="F6F1E8"/>
                </a:solidFill>
              </a:defRPr>
            </a:lvl4pPr>
            <a:lvl5pPr>
              <a:buNone/>
              <a:defRPr sz="3150" b="1">
                <a:solidFill>
                  <a:srgbClr val="F6F1E8"/>
                </a:solidFill>
              </a:defRPr>
            </a:lvl5pPr>
            <a:lvl6pPr>
              <a:buNone/>
              <a:defRPr sz="3150" b="1">
                <a:solidFill>
                  <a:srgbClr val="F6F1E8"/>
                </a:solidFill>
              </a:defRPr>
            </a:lvl6pPr>
            <a:lvl7pPr>
              <a:buNone/>
              <a:defRPr sz="3150" b="1">
                <a:solidFill>
                  <a:srgbClr val="F6F1E8"/>
                </a:solidFill>
              </a:defRPr>
            </a:lvl7pPr>
            <a:lvl8pPr>
              <a:buNone/>
              <a:defRPr sz="3150" b="1">
                <a:solidFill>
                  <a:srgbClr val="F6F1E8"/>
                </a:solidFill>
              </a:defRPr>
            </a:lvl8pPr>
            <a:lvl9pPr>
              <a:buNone/>
              <a:defRPr sz="3150" b="1">
                <a:solidFill>
                  <a:srgbClr val="F6F1E8"/>
                </a:solidFill>
              </a:defRPr>
            </a:lvl9pPr>
          </a:lstStyle>
          <a:p xmlns:a="http://schemas.openxmlformats.org/drawingml/2006/main">
            <a:pPr>
              <a:buNone/>
              <a:defRPr sz="3150" b="1">
                <a:solidFill>
                  <a:srgbClr val="F6F1E8"/>
                </a:solidFill>
              </a:defRPr>
            </a:pPr>
            <a:r>
              <a:rPr sz="3150" b="1">
                <a:solidFill>
                  <a:srgbClr val="F6F1E8"/>
                </a:solidFill>
              </a:rPr>
              <a:t>V3 held-out results and limits</a:t>
            </a:r>
          </a:p>
        </p:txBody>
      </p:sp>
      <p:sp>
        <p:nvSpPr>
          <p:cNvPr id="3" name="">
            <a:extLst xmlns:a="http://schemas.openxmlformats.org/drawingml/2006/main">
              <a:ext uri="{FF2B5EF4-FFF2-40B4-BE49-F238E27FC236}">
                <a16:creationId xmlns:a16="http://schemas.microsoft.com/office/drawing/2014/main" id="{EE6AA91E-C6E2-43AD-83CA-ADC19C19686A}"/>
              </a:ext>
            </a:extLst>
          </p:cNvPr>
          <p:cNvSpPr>
            <a:spLocks xmlns:a="http://schemas.openxmlformats.org/drawingml/2006/main" noGrp="1"/>
          </p:cNvSpPr>
          <p:nvPr/>
        </p:nvSpPr>
        <p:spPr>
          <a:xfrm xmlns:a="http://schemas.openxmlformats.org/drawingml/2006/main">
            <a:off x="609600" y="16954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9AA2AD"/>
                </a:solidFill>
              </a:defRPr>
            </a:defPPr>
            <a:lvl1pPr>
              <a:buNone/>
              <a:defRPr sz="1350" b="0">
                <a:solidFill>
                  <a:srgbClr val="9AA2AD"/>
                </a:solidFill>
              </a:defRPr>
            </a:lvl1pPr>
            <a:lvl2pPr>
              <a:buNone/>
              <a:defRPr sz="1350" b="0">
                <a:solidFill>
                  <a:srgbClr val="9AA2AD"/>
                </a:solidFill>
              </a:defRPr>
            </a:lvl2pPr>
            <a:lvl3pPr>
              <a:buNone/>
              <a:defRPr sz="1350" b="0">
                <a:solidFill>
                  <a:srgbClr val="9AA2AD"/>
                </a:solidFill>
              </a:defRPr>
            </a:lvl3pPr>
            <a:lvl4pPr>
              <a:buNone/>
              <a:defRPr sz="1350" b="0">
                <a:solidFill>
                  <a:srgbClr val="9AA2AD"/>
                </a:solidFill>
              </a:defRPr>
            </a:lvl4pPr>
            <a:lvl5pPr>
              <a:buNone/>
              <a:defRPr sz="1350" b="0">
                <a:solidFill>
                  <a:srgbClr val="9AA2AD"/>
                </a:solidFill>
              </a:defRPr>
            </a:lvl5pPr>
            <a:lvl6pPr>
              <a:buNone/>
              <a:defRPr sz="1350" b="0">
                <a:solidFill>
                  <a:srgbClr val="9AA2AD"/>
                </a:solidFill>
              </a:defRPr>
            </a:lvl6pPr>
            <a:lvl7pPr>
              <a:buNone/>
              <a:defRPr sz="1350" b="0">
                <a:solidFill>
                  <a:srgbClr val="9AA2AD"/>
                </a:solidFill>
              </a:defRPr>
            </a:lvl7pPr>
            <a:lvl8pPr>
              <a:buNone/>
              <a:defRPr sz="1350" b="0">
                <a:solidFill>
                  <a:srgbClr val="9AA2AD"/>
                </a:solidFill>
              </a:defRPr>
            </a:lvl8pPr>
            <a:lvl9pPr>
              <a:buNone/>
              <a:defRPr sz="1350" b="0">
                <a:solidFill>
                  <a:srgbClr val="9AA2AD"/>
                </a:solidFill>
              </a:defRPr>
            </a:lvl9pPr>
          </a:lstStyle>
          <a:p xmlns:a="http://schemas.openxmlformats.org/drawingml/2006/main">
            <a:pPr>
              <a:buNone/>
              <a:defRPr sz="1350" b="0">
                <a:solidFill>
                  <a:srgbClr val="9AA2AD"/>
                </a:solidFill>
              </a:defRPr>
            </a:pPr>
            <a:r>
              <a:rPr sz="1350" b="0">
                <a:solidFill>
                  <a:srgbClr val="9AA2AD"/>
                </a:solidFill>
              </a:rPr>
              <a:t>V3-A selected threshold 0.05 and K=3. V3-C confirms frozen choices.</a:t>
            </a:r>
          </a:p>
        </p:txBody>
      </p:sp>
      <p:sp>
        <p:nvSpPr>
          <p:cNvPr id="4" name="">
            <a:extLst xmlns:a="http://schemas.openxmlformats.org/drawingml/2006/main">
              <a:ext uri="{FF2B5EF4-FFF2-40B4-BE49-F238E27FC236}">
                <a16:creationId xmlns:a16="http://schemas.microsoft.com/office/drawing/2014/main" id="{B7E17546-FDD7-4DD2-8334-AEFD3A3CCF1F}"/>
              </a:ext>
            </a:extLst>
          </p:cNvPr>
          <p:cNvSpPr>
            <a:spLocks xmlns:a="http://schemas.openxmlformats.org/drawingml/2006/main" noGrp="1"/>
          </p:cNvSpPr>
          <p:nvPr/>
        </p:nvSpPr>
        <p:spPr>
          <a:xfrm xmlns:a="http://schemas.openxmlformats.org/drawingml/2006/main">
            <a:off x="609600" y="4019550"/>
            <a:ext cx="2667000" cy="137160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5" name="">
            <a:extLst xmlns:a="http://schemas.openxmlformats.org/drawingml/2006/main">
              <a:ext uri="{FF2B5EF4-FFF2-40B4-BE49-F238E27FC236}">
                <a16:creationId xmlns:a16="http://schemas.microsoft.com/office/drawing/2014/main" id="{1C1FED27-FF16-4632-B08C-2443E6A6878B}"/>
              </a:ext>
            </a:extLst>
          </p:cNvPr>
          <p:cNvSpPr>
            <a:spLocks xmlns:a="http://schemas.openxmlformats.org/drawingml/2006/main" noGrp="1"/>
          </p:cNvSpPr>
          <p:nvPr/>
        </p:nvSpPr>
        <p:spPr>
          <a:xfrm xmlns:a="http://schemas.openxmlformats.org/drawingml/2006/main">
            <a:off x="800100" y="426720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B7D660"/>
                </a:solidFill>
              </a:defRPr>
            </a:defPPr>
            <a:lvl1pPr>
              <a:buNone/>
              <a:defRPr sz="2550" b="1">
                <a:solidFill>
                  <a:srgbClr val="B7D660"/>
                </a:solidFill>
              </a:defRPr>
            </a:lvl1pPr>
            <a:lvl2pPr>
              <a:buNone/>
              <a:defRPr sz="2550" b="1">
                <a:solidFill>
                  <a:srgbClr val="B7D660"/>
                </a:solidFill>
              </a:defRPr>
            </a:lvl2pPr>
            <a:lvl3pPr>
              <a:buNone/>
              <a:defRPr sz="2550" b="1">
                <a:solidFill>
                  <a:srgbClr val="B7D660"/>
                </a:solidFill>
              </a:defRPr>
            </a:lvl3pPr>
            <a:lvl4pPr>
              <a:buNone/>
              <a:defRPr sz="2550" b="1">
                <a:solidFill>
                  <a:srgbClr val="B7D660"/>
                </a:solidFill>
              </a:defRPr>
            </a:lvl4pPr>
            <a:lvl5pPr>
              <a:buNone/>
              <a:defRPr sz="2550" b="1">
                <a:solidFill>
                  <a:srgbClr val="B7D660"/>
                </a:solidFill>
              </a:defRPr>
            </a:lvl5pPr>
            <a:lvl6pPr>
              <a:buNone/>
              <a:defRPr sz="2550" b="1">
                <a:solidFill>
                  <a:srgbClr val="B7D660"/>
                </a:solidFill>
              </a:defRPr>
            </a:lvl6pPr>
            <a:lvl7pPr>
              <a:buNone/>
              <a:defRPr sz="2550" b="1">
                <a:solidFill>
                  <a:srgbClr val="B7D660"/>
                </a:solidFill>
              </a:defRPr>
            </a:lvl7pPr>
            <a:lvl8pPr>
              <a:buNone/>
              <a:defRPr sz="2550" b="1">
                <a:solidFill>
                  <a:srgbClr val="B7D660"/>
                </a:solidFill>
              </a:defRPr>
            </a:lvl8pPr>
            <a:lvl9pPr>
              <a:buNone/>
              <a:defRPr sz="2550" b="1">
                <a:solidFill>
                  <a:srgbClr val="B7D660"/>
                </a:solidFill>
              </a:defRPr>
            </a:lvl9pPr>
          </a:lstStyle>
          <a:p xmlns:a="http://schemas.openxmlformats.org/drawingml/2006/main">
            <a:pPr>
              <a:buNone/>
              <a:defRPr sz="2550" b="1">
                <a:solidFill>
                  <a:srgbClr val="B7D660"/>
                </a:solidFill>
              </a:defRPr>
            </a:pPr>
            <a:r>
              <a:rPr sz="2550" b="1">
                <a:solidFill>
                  <a:srgbClr val="B7D660"/>
                </a:solidFill>
              </a:rPr>
              <a:t>81.24%</a:t>
            </a:r>
          </a:p>
        </p:txBody>
      </p:sp>
      <p:sp>
        <p:nvSpPr>
          <p:cNvPr id="6" name="">
            <a:extLst xmlns:a="http://schemas.openxmlformats.org/drawingml/2006/main">
              <a:ext uri="{FF2B5EF4-FFF2-40B4-BE49-F238E27FC236}">
                <a16:creationId xmlns:a16="http://schemas.microsoft.com/office/drawing/2014/main" id="{C66066E5-BDFA-42CB-9A39-3559E99575C5}"/>
              </a:ext>
            </a:extLst>
          </p:cNvPr>
          <p:cNvSpPr>
            <a:spLocks xmlns:a="http://schemas.openxmlformats.org/drawingml/2006/main" noGrp="1"/>
          </p:cNvSpPr>
          <p:nvPr/>
        </p:nvSpPr>
        <p:spPr>
          <a:xfrm xmlns:a="http://schemas.openxmlformats.org/drawingml/2006/main">
            <a:off x="800100" y="485775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F6F1E8"/>
                </a:solidFill>
              </a:defRPr>
            </a:defPPr>
            <a:lvl1pPr>
              <a:buNone/>
              <a:defRPr sz="975" b="0">
                <a:solidFill>
                  <a:srgbClr val="F6F1E8"/>
                </a:solidFill>
              </a:defRPr>
            </a:lvl1pPr>
            <a:lvl2pPr>
              <a:buNone/>
              <a:defRPr sz="975" b="0">
                <a:solidFill>
                  <a:srgbClr val="F6F1E8"/>
                </a:solidFill>
              </a:defRPr>
            </a:lvl2pPr>
            <a:lvl3pPr>
              <a:buNone/>
              <a:defRPr sz="975" b="0">
                <a:solidFill>
                  <a:srgbClr val="F6F1E8"/>
                </a:solidFill>
              </a:defRPr>
            </a:lvl3pPr>
            <a:lvl4pPr>
              <a:buNone/>
              <a:defRPr sz="975" b="0">
                <a:solidFill>
                  <a:srgbClr val="F6F1E8"/>
                </a:solidFill>
              </a:defRPr>
            </a:lvl4pPr>
            <a:lvl5pPr>
              <a:buNone/>
              <a:defRPr sz="975" b="0">
                <a:solidFill>
                  <a:srgbClr val="F6F1E8"/>
                </a:solidFill>
              </a:defRPr>
            </a:lvl5pPr>
            <a:lvl6pPr>
              <a:buNone/>
              <a:defRPr sz="975" b="0">
                <a:solidFill>
                  <a:srgbClr val="F6F1E8"/>
                </a:solidFill>
              </a:defRPr>
            </a:lvl6pPr>
            <a:lvl7pPr>
              <a:buNone/>
              <a:defRPr sz="975" b="0">
                <a:solidFill>
                  <a:srgbClr val="F6F1E8"/>
                </a:solidFill>
              </a:defRPr>
            </a:lvl7pPr>
            <a:lvl8pPr>
              <a:buNone/>
              <a:defRPr sz="975" b="0">
                <a:solidFill>
                  <a:srgbClr val="F6F1E8"/>
                </a:solidFill>
              </a:defRPr>
            </a:lvl8pPr>
            <a:lvl9pPr>
              <a:buNone/>
              <a:defRPr sz="975" b="0">
                <a:solidFill>
                  <a:srgbClr val="F6F1E8"/>
                </a:solidFill>
              </a:defRPr>
            </a:lvl9pPr>
          </a:lstStyle>
          <a:p xmlns:a="http://schemas.openxmlformats.org/drawingml/2006/main">
            <a:pPr>
              <a:buNone/>
              <a:defRPr sz="975" b="0">
                <a:solidFill>
                  <a:srgbClr val="F6F1E8"/>
                </a:solidFill>
              </a:defRPr>
            </a:pPr>
            <a:r>
              <a:rPr sz="975" b="0">
                <a:solidFill>
                  <a:srgbClr val="F6F1E8"/>
                </a:solidFill>
              </a:rPr>
              <a:t>Factory-month recall</a:t>
            </a:r>
          </a:p>
        </p:txBody>
      </p:sp>
      <p:sp>
        <p:nvSpPr>
          <p:cNvPr id="7" name="">
            <a:extLst xmlns:a="http://schemas.openxmlformats.org/drawingml/2006/main">
              <a:ext uri="{FF2B5EF4-FFF2-40B4-BE49-F238E27FC236}">
                <a16:creationId xmlns:a16="http://schemas.microsoft.com/office/drawing/2014/main" id="{74827330-B440-43E6-A3AA-1C1C31605877}"/>
              </a:ext>
            </a:extLst>
          </p:cNvPr>
          <p:cNvSpPr>
            <a:spLocks xmlns:a="http://schemas.openxmlformats.org/drawingml/2006/main" noGrp="1"/>
          </p:cNvSpPr>
          <p:nvPr/>
        </p:nvSpPr>
        <p:spPr>
          <a:xfrm xmlns:a="http://schemas.openxmlformats.org/drawingml/2006/main">
            <a:off x="3524250" y="4019550"/>
            <a:ext cx="2667000" cy="137160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8" name="">
            <a:extLst xmlns:a="http://schemas.openxmlformats.org/drawingml/2006/main">
              <a:ext uri="{FF2B5EF4-FFF2-40B4-BE49-F238E27FC236}">
                <a16:creationId xmlns:a16="http://schemas.microsoft.com/office/drawing/2014/main" id="{A10B7F7C-F151-4276-B9C1-278A4E5FAFC6}"/>
              </a:ext>
            </a:extLst>
          </p:cNvPr>
          <p:cNvSpPr>
            <a:spLocks xmlns:a="http://schemas.openxmlformats.org/drawingml/2006/main" noGrp="1"/>
          </p:cNvSpPr>
          <p:nvPr/>
        </p:nvSpPr>
        <p:spPr>
          <a:xfrm xmlns:a="http://schemas.openxmlformats.org/drawingml/2006/main">
            <a:off x="3714750" y="426720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B7D660"/>
                </a:solidFill>
              </a:defRPr>
            </a:defPPr>
            <a:lvl1pPr>
              <a:buNone/>
              <a:defRPr sz="2550" b="1">
                <a:solidFill>
                  <a:srgbClr val="B7D660"/>
                </a:solidFill>
              </a:defRPr>
            </a:lvl1pPr>
            <a:lvl2pPr>
              <a:buNone/>
              <a:defRPr sz="2550" b="1">
                <a:solidFill>
                  <a:srgbClr val="B7D660"/>
                </a:solidFill>
              </a:defRPr>
            </a:lvl2pPr>
            <a:lvl3pPr>
              <a:buNone/>
              <a:defRPr sz="2550" b="1">
                <a:solidFill>
                  <a:srgbClr val="B7D660"/>
                </a:solidFill>
              </a:defRPr>
            </a:lvl3pPr>
            <a:lvl4pPr>
              <a:buNone/>
              <a:defRPr sz="2550" b="1">
                <a:solidFill>
                  <a:srgbClr val="B7D660"/>
                </a:solidFill>
              </a:defRPr>
            </a:lvl4pPr>
            <a:lvl5pPr>
              <a:buNone/>
              <a:defRPr sz="2550" b="1">
                <a:solidFill>
                  <a:srgbClr val="B7D660"/>
                </a:solidFill>
              </a:defRPr>
            </a:lvl5pPr>
            <a:lvl6pPr>
              <a:buNone/>
              <a:defRPr sz="2550" b="1">
                <a:solidFill>
                  <a:srgbClr val="B7D660"/>
                </a:solidFill>
              </a:defRPr>
            </a:lvl6pPr>
            <a:lvl7pPr>
              <a:buNone/>
              <a:defRPr sz="2550" b="1">
                <a:solidFill>
                  <a:srgbClr val="B7D660"/>
                </a:solidFill>
              </a:defRPr>
            </a:lvl7pPr>
            <a:lvl8pPr>
              <a:buNone/>
              <a:defRPr sz="2550" b="1">
                <a:solidFill>
                  <a:srgbClr val="B7D660"/>
                </a:solidFill>
              </a:defRPr>
            </a:lvl8pPr>
            <a:lvl9pPr>
              <a:buNone/>
              <a:defRPr sz="2550" b="1">
                <a:solidFill>
                  <a:srgbClr val="B7D660"/>
                </a:solidFill>
              </a:defRPr>
            </a:lvl9pPr>
          </a:lstStyle>
          <a:p xmlns:a="http://schemas.openxmlformats.org/drawingml/2006/main">
            <a:pPr>
              <a:buNone/>
              <a:defRPr sz="2550" b="1">
                <a:solidFill>
                  <a:srgbClr val="B7D660"/>
                </a:solidFill>
              </a:defRPr>
            </a:pPr>
            <a:r>
              <a:rPr sz="2550" b="1">
                <a:solidFill>
                  <a:srgbClr val="B7D660"/>
                </a:solidFill>
              </a:rPr>
              <a:t>2.28%</a:t>
            </a:r>
          </a:p>
        </p:txBody>
      </p:sp>
      <p:sp>
        <p:nvSpPr>
          <p:cNvPr id="9" name="">
            <a:extLst xmlns:a="http://schemas.openxmlformats.org/drawingml/2006/main">
              <a:ext uri="{FF2B5EF4-FFF2-40B4-BE49-F238E27FC236}">
                <a16:creationId xmlns:a16="http://schemas.microsoft.com/office/drawing/2014/main" id="{92E76908-5003-491D-BFCA-21FB4E5BDBE9}"/>
              </a:ext>
            </a:extLst>
          </p:cNvPr>
          <p:cNvSpPr>
            <a:spLocks xmlns:a="http://schemas.openxmlformats.org/drawingml/2006/main" noGrp="1"/>
          </p:cNvSpPr>
          <p:nvPr/>
        </p:nvSpPr>
        <p:spPr>
          <a:xfrm xmlns:a="http://schemas.openxmlformats.org/drawingml/2006/main">
            <a:off x="3714750" y="485775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F6F1E8"/>
                </a:solidFill>
              </a:defRPr>
            </a:defPPr>
            <a:lvl1pPr>
              <a:buNone/>
              <a:defRPr sz="975" b="0">
                <a:solidFill>
                  <a:srgbClr val="F6F1E8"/>
                </a:solidFill>
              </a:defRPr>
            </a:lvl1pPr>
            <a:lvl2pPr>
              <a:buNone/>
              <a:defRPr sz="975" b="0">
                <a:solidFill>
                  <a:srgbClr val="F6F1E8"/>
                </a:solidFill>
              </a:defRPr>
            </a:lvl2pPr>
            <a:lvl3pPr>
              <a:buNone/>
              <a:defRPr sz="975" b="0">
                <a:solidFill>
                  <a:srgbClr val="F6F1E8"/>
                </a:solidFill>
              </a:defRPr>
            </a:lvl3pPr>
            <a:lvl4pPr>
              <a:buNone/>
              <a:defRPr sz="975" b="0">
                <a:solidFill>
                  <a:srgbClr val="F6F1E8"/>
                </a:solidFill>
              </a:defRPr>
            </a:lvl4pPr>
            <a:lvl5pPr>
              <a:buNone/>
              <a:defRPr sz="975" b="0">
                <a:solidFill>
                  <a:srgbClr val="F6F1E8"/>
                </a:solidFill>
              </a:defRPr>
            </a:lvl5pPr>
            <a:lvl6pPr>
              <a:buNone/>
              <a:defRPr sz="975" b="0">
                <a:solidFill>
                  <a:srgbClr val="F6F1E8"/>
                </a:solidFill>
              </a:defRPr>
            </a:lvl6pPr>
            <a:lvl7pPr>
              <a:buNone/>
              <a:defRPr sz="975" b="0">
                <a:solidFill>
                  <a:srgbClr val="F6F1E8"/>
                </a:solidFill>
              </a:defRPr>
            </a:lvl7pPr>
            <a:lvl8pPr>
              <a:buNone/>
              <a:defRPr sz="975" b="0">
                <a:solidFill>
                  <a:srgbClr val="F6F1E8"/>
                </a:solidFill>
              </a:defRPr>
            </a:lvl8pPr>
            <a:lvl9pPr>
              <a:buNone/>
              <a:defRPr sz="975" b="0">
                <a:solidFill>
                  <a:srgbClr val="F6F1E8"/>
                </a:solidFill>
              </a:defRPr>
            </a:lvl9pPr>
          </a:lstStyle>
          <a:p xmlns:a="http://schemas.openxmlformats.org/drawingml/2006/main">
            <a:pPr>
              <a:buNone/>
              <a:defRPr sz="975" b="0">
                <a:solidFill>
                  <a:srgbClr val="F6F1E8"/>
                </a:solidFill>
              </a:defRPr>
            </a:pPr>
            <a:r>
              <a:rPr sz="975" b="0">
                <a:solidFill>
                  <a:srgbClr val="F6F1E8"/>
                </a:solidFill>
              </a:rPr>
              <a:t>Factory-month false-positive rate</a:t>
            </a:r>
          </a:p>
        </p:txBody>
      </p:sp>
      <p:sp>
        <p:nvSpPr>
          <p:cNvPr id="10" name="">
            <a:extLst xmlns:a="http://schemas.openxmlformats.org/drawingml/2006/main">
              <a:ext uri="{FF2B5EF4-FFF2-40B4-BE49-F238E27FC236}">
                <a16:creationId xmlns:a16="http://schemas.microsoft.com/office/drawing/2014/main" id="{7B872124-B0BE-4BC1-8D75-CD9236757B0C}"/>
              </a:ext>
            </a:extLst>
          </p:cNvPr>
          <p:cNvSpPr>
            <a:spLocks xmlns:a="http://schemas.openxmlformats.org/drawingml/2006/main" noGrp="1"/>
          </p:cNvSpPr>
          <p:nvPr/>
        </p:nvSpPr>
        <p:spPr>
          <a:xfrm xmlns:a="http://schemas.openxmlformats.org/drawingml/2006/main">
            <a:off x="6438900" y="4019550"/>
            <a:ext cx="2667000" cy="1371600"/>
          </a:xfrm>
          <a:prstGeom xmlns:a="http://schemas.openxmlformats.org/drawingml/2006/main" prst="rect">
            <a:avLst/>
          </a:prstGeom>
          <a:solidFill xmlns:a="http://schemas.openxmlformats.org/drawingml/2006/main">
            <a:srgbClr val="1A2430"/>
          </a:solidFill>
          <a:ln xmlns:a="http://schemas.openxmlformats.org/drawingml/2006/main" w="9525">
            <a:solidFill>
              <a:srgbClr val="34404D"/>
            </a:solidFill>
            <a:prstDash val="solid"/>
          </a:ln>
        </p:spPr>
      </p:sp>
      <p:sp>
        <p:nvSpPr>
          <p:cNvPr id="11" name="">
            <a:extLst xmlns:a="http://schemas.openxmlformats.org/drawingml/2006/main">
              <a:ext uri="{FF2B5EF4-FFF2-40B4-BE49-F238E27FC236}">
                <a16:creationId xmlns:a16="http://schemas.microsoft.com/office/drawing/2014/main" id="{3302201B-CDF7-44FD-B218-445657A7B7E6}"/>
              </a:ext>
            </a:extLst>
          </p:cNvPr>
          <p:cNvSpPr>
            <a:spLocks xmlns:a="http://schemas.openxmlformats.org/drawingml/2006/main" noGrp="1"/>
          </p:cNvSpPr>
          <p:nvPr/>
        </p:nvSpPr>
        <p:spPr>
          <a:xfrm xmlns:a="http://schemas.openxmlformats.org/drawingml/2006/main">
            <a:off x="6629400" y="4267200"/>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B7D660"/>
                </a:solidFill>
              </a:defRPr>
            </a:defPPr>
            <a:lvl1pPr>
              <a:buNone/>
              <a:defRPr sz="2550" b="1">
                <a:solidFill>
                  <a:srgbClr val="B7D660"/>
                </a:solidFill>
              </a:defRPr>
            </a:lvl1pPr>
            <a:lvl2pPr>
              <a:buNone/>
              <a:defRPr sz="2550" b="1">
                <a:solidFill>
                  <a:srgbClr val="B7D660"/>
                </a:solidFill>
              </a:defRPr>
            </a:lvl2pPr>
            <a:lvl3pPr>
              <a:buNone/>
              <a:defRPr sz="2550" b="1">
                <a:solidFill>
                  <a:srgbClr val="B7D660"/>
                </a:solidFill>
              </a:defRPr>
            </a:lvl3pPr>
            <a:lvl4pPr>
              <a:buNone/>
              <a:defRPr sz="2550" b="1">
                <a:solidFill>
                  <a:srgbClr val="B7D660"/>
                </a:solidFill>
              </a:defRPr>
            </a:lvl4pPr>
            <a:lvl5pPr>
              <a:buNone/>
              <a:defRPr sz="2550" b="1">
                <a:solidFill>
                  <a:srgbClr val="B7D660"/>
                </a:solidFill>
              </a:defRPr>
            </a:lvl5pPr>
            <a:lvl6pPr>
              <a:buNone/>
              <a:defRPr sz="2550" b="1">
                <a:solidFill>
                  <a:srgbClr val="B7D660"/>
                </a:solidFill>
              </a:defRPr>
            </a:lvl6pPr>
            <a:lvl7pPr>
              <a:buNone/>
              <a:defRPr sz="2550" b="1">
                <a:solidFill>
                  <a:srgbClr val="B7D660"/>
                </a:solidFill>
              </a:defRPr>
            </a:lvl7pPr>
            <a:lvl8pPr>
              <a:buNone/>
              <a:defRPr sz="2550" b="1">
                <a:solidFill>
                  <a:srgbClr val="B7D660"/>
                </a:solidFill>
              </a:defRPr>
            </a:lvl8pPr>
            <a:lvl9pPr>
              <a:buNone/>
              <a:defRPr sz="2550" b="1">
                <a:solidFill>
                  <a:srgbClr val="B7D660"/>
                </a:solidFill>
              </a:defRPr>
            </a:lvl9pPr>
          </a:lstStyle>
          <a:p xmlns:a="http://schemas.openxmlformats.org/drawingml/2006/main">
            <a:pPr>
              <a:buNone/>
              <a:defRPr sz="2550" b="1">
                <a:solidFill>
                  <a:srgbClr val="B7D660"/>
                </a:solidFill>
              </a:defRPr>
            </a:pPr>
            <a:r>
              <a:rPr sz="2550" b="1">
                <a:solidFill>
                  <a:srgbClr val="B7D660"/>
                </a:solidFill>
              </a:rPr>
              <a:t>97.52%</a:t>
            </a:r>
          </a:p>
        </p:txBody>
      </p:sp>
      <p:sp>
        <p:nvSpPr>
          <p:cNvPr id="12" name="">
            <a:extLst xmlns:a="http://schemas.openxmlformats.org/drawingml/2006/main">
              <a:ext uri="{FF2B5EF4-FFF2-40B4-BE49-F238E27FC236}">
                <a16:creationId xmlns:a16="http://schemas.microsoft.com/office/drawing/2014/main" id="{2CC6FB1E-FFC7-4D6B-B9F5-2DC1CC20C226}"/>
              </a:ext>
            </a:extLst>
          </p:cNvPr>
          <p:cNvSpPr>
            <a:spLocks xmlns:a="http://schemas.openxmlformats.org/drawingml/2006/main" noGrp="1"/>
          </p:cNvSpPr>
          <p:nvPr/>
        </p:nvSpPr>
        <p:spPr>
          <a:xfrm xmlns:a="http://schemas.openxmlformats.org/drawingml/2006/main">
            <a:off x="6629400" y="485775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F6F1E8"/>
                </a:solidFill>
              </a:defRPr>
            </a:defPPr>
            <a:lvl1pPr>
              <a:buNone/>
              <a:defRPr sz="975" b="0">
                <a:solidFill>
                  <a:srgbClr val="F6F1E8"/>
                </a:solidFill>
              </a:defRPr>
            </a:lvl1pPr>
            <a:lvl2pPr>
              <a:buNone/>
              <a:defRPr sz="975" b="0">
                <a:solidFill>
                  <a:srgbClr val="F6F1E8"/>
                </a:solidFill>
              </a:defRPr>
            </a:lvl2pPr>
            <a:lvl3pPr>
              <a:buNone/>
              <a:defRPr sz="975" b="0">
                <a:solidFill>
                  <a:srgbClr val="F6F1E8"/>
                </a:solidFill>
              </a:defRPr>
            </a:lvl3pPr>
            <a:lvl4pPr>
              <a:buNone/>
              <a:defRPr sz="975" b="0">
                <a:solidFill>
                  <a:srgbClr val="F6F1E8"/>
                </a:solidFill>
              </a:defRPr>
            </a:lvl4pPr>
            <a:lvl5pPr>
              <a:buNone/>
              <a:defRPr sz="975" b="0">
                <a:solidFill>
                  <a:srgbClr val="F6F1E8"/>
                </a:solidFill>
              </a:defRPr>
            </a:lvl5pPr>
            <a:lvl6pPr>
              <a:buNone/>
              <a:defRPr sz="975" b="0">
                <a:solidFill>
                  <a:srgbClr val="F6F1E8"/>
                </a:solidFill>
              </a:defRPr>
            </a:lvl6pPr>
            <a:lvl7pPr>
              <a:buNone/>
              <a:defRPr sz="975" b="0">
                <a:solidFill>
                  <a:srgbClr val="F6F1E8"/>
                </a:solidFill>
              </a:defRPr>
            </a:lvl7pPr>
            <a:lvl8pPr>
              <a:buNone/>
              <a:defRPr sz="975" b="0">
                <a:solidFill>
                  <a:srgbClr val="F6F1E8"/>
                </a:solidFill>
              </a:defRPr>
            </a:lvl8pPr>
            <a:lvl9pPr>
              <a:buNone/>
              <a:defRPr sz="975" b="0">
                <a:solidFill>
                  <a:srgbClr val="F6F1E8"/>
                </a:solidFill>
              </a:defRPr>
            </a:lvl9pPr>
          </a:lstStyle>
          <a:p xmlns:a="http://schemas.openxmlformats.org/drawingml/2006/main">
            <a:pPr>
              <a:buNone/>
              <a:defRPr sz="975" b="0">
                <a:solidFill>
                  <a:srgbClr val="F6F1E8"/>
                </a:solidFill>
              </a:defRPr>
            </a:pPr>
            <a:r>
              <a:rPr sz="975" b="0">
                <a:solidFill>
                  <a:srgbClr val="F6F1E8"/>
                </a:solidFill>
              </a:rPr>
              <a:t>Factory queue precision, K=3</a:t>
            </a:r>
          </a:p>
        </p:txBody>
      </p:sp>
      <p:sp>
        <p:nvSpPr>
          <p:cNvPr id="13" name="">
            <a:extLst xmlns:a="http://schemas.openxmlformats.org/drawingml/2006/main">
              <a:ext uri="{FF2B5EF4-FFF2-40B4-BE49-F238E27FC236}">
                <a16:creationId xmlns:a16="http://schemas.microsoft.com/office/drawing/2014/main" id="{D3B71051-7EBE-4AC6-A911-B556951BAA3A}"/>
              </a:ext>
            </a:extLst>
          </p:cNvPr>
          <p:cNvSpPr>
            <a:spLocks xmlns:a="http://schemas.openxmlformats.org/drawingml/2006/main" noGrp="1"/>
          </p:cNvSpPr>
          <p:nvPr/>
        </p:nvSpPr>
        <p:spPr>
          <a:xfrm xmlns:a="http://schemas.openxmlformats.org/drawingml/2006/main">
            <a:off x="609600" y="57150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6F1E8"/>
                </a:solidFill>
              </a:defRPr>
            </a:defPPr>
            <a:lvl1pPr>
              <a:buNone/>
              <a:defRPr sz="1200" b="0">
                <a:solidFill>
                  <a:srgbClr val="F6F1E8"/>
                </a:solidFill>
              </a:defRPr>
            </a:lvl1pPr>
            <a:lvl2pPr>
              <a:buNone/>
              <a:defRPr sz="1200" b="0">
                <a:solidFill>
                  <a:srgbClr val="F6F1E8"/>
                </a:solidFill>
              </a:defRPr>
            </a:lvl2pPr>
            <a:lvl3pPr>
              <a:buNone/>
              <a:defRPr sz="1200" b="0">
                <a:solidFill>
                  <a:srgbClr val="F6F1E8"/>
                </a:solidFill>
              </a:defRPr>
            </a:lvl3pPr>
            <a:lvl4pPr>
              <a:buNone/>
              <a:defRPr sz="1200" b="0">
                <a:solidFill>
                  <a:srgbClr val="F6F1E8"/>
                </a:solidFill>
              </a:defRPr>
            </a:lvl4pPr>
            <a:lvl5pPr>
              <a:buNone/>
              <a:defRPr sz="1200" b="0">
                <a:solidFill>
                  <a:srgbClr val="F6F1E8"/>
                </a:solidFill>
              </a:defRPr>
            </a:lvl5pPr>
            <a:lvl6pPr>
              <a:buNone/>
              <a:defRPr sz="1200" b="0">
                <a:solidFill>
                  <a:srgbClr val="F6F1E8"/>
                </a:solidFill>
              </a:defRPr>
            </a:lvl6pPr>
            <a:lvl7pPr>
              <a:buNone/>
              <a:defRPr sz="1200" b="0">
                <a:solidFill>
                  <a:srgbClr val="F6F1E8"/>
                </a:solidFill>
              </a:defRPr>
            </a:lvl7pPr>
            <a:lvl8pPr>
              <a:buNone/>
              <a:defRPr sz="1200" b="0">
                <a:solidFill>
                  <a:srgbClr val="F6F1E8"/>
                </a:solidFill>
              </a:defRPr>
            </a:lvl8pPr>
            <a:lvl9pPr>
              <a:buNone/>
              <a:defRPr sz="1200" b="0">
                <a:solidFill>
                  <a:srgbClr val="F6F1E8"/>
                </a:solidFill>
              </a:defRPr>
            </a:lvl9pPr>
          </a:lstStyle>
          <a:p xmlns:a="http://schemas.openxmlformats.org/drawingml/2006/main">
            <a:pPr>
              <a:buNone/>
              <a:defRPr sz="1200" b="0">
                <a:solidFill>
                  <a:srgbClr val="F6F1E8"/>
                </a:solidFill>
              </a:defRPr>
            </a:pPr>
            <a:r>
              <a:rPr sz="1200" b="0">
                <a:solidFill>
                  <a:srgbClr val="F6F1E8"/>
                </a:solidFill>
              </a:rPr>
              <a:t>605 factories enter the queue. Top-50 monthly macro precision: 75.00%.</a:t>
            </a:r>
          </a:p>
        </p:txBody>
      </p:sp>
      <p:sp>
        <p:nvSpPr>
          <p:cNvPr id="14" name="">
            <a:extLst xmlns:a="http://schemas.openxmlformats.org/drawingml/2006/main">
              <a:ext uri="{FF2B5EF4-FFF2-40B4-BE49-F238E27FC236}">
                <a16:creationId xmlns:a16="http://schemas.microsoft.com/office/drawing/2014/main" id="{CB271F02-B75E-49E9-BEE2-534B790F4E57}"/>
              </a:ext>
            </a:extLst>
          </p:cNvPr>
          <p:cNvSpPr>
            <a:spLocks xmlns:a="http://schemas.openxmlformats.org/drawingml/2006/main" noGrp="1"/>
          </p:cNvSpPr>
          <p:nvPr/>
        </p:nvSpPr>
        <p:spPr>
          <a:xfrm xmlns:a="http://schemas.openxmlformats.org/drawingml/2006/main">
            <a:off x="609600" y="61341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0">
                <a:solidFill>
                  <a:srgbClr val="9AA2AD"/>
                </a:solidFill>
              </a:defRPr>
            </a:defPPr>
            <a:lvl1pPr>
              <a:buNone/>
              <a:defRPr sz="900" b="0">
                <a:solidFill>
                  <a:srgbClr val="9AA2AD"/>
                </a:solidFill>
              </a:defRPr>
            </a:lvl1pPr>
            <a:lvl2pPr>
              <a:buNone/>
              <a:defRPr sz="900" b="0">
                <a:solidFill>
                  <a:srgbClr val="9AA2AD"/>
                </a:solidFill>
              </a:defRPr>
            </a:lvl2pPr>
            <a:lvl3pPr>
              <a:buNone/>
              <a:defRPr sz="900" b="0">
                <a:solidFill>
                  <a:srgbClr val="9AA2AD"/>
                </a:solidFill>
              </a:defRPr>
            </a:lvl3pPr>
            <a:lvl4pPr>
              <a:buNone/>
              <a:defRPr sz="900" b="0">
                <a:solidFill>
                  <a:srgbClr val="9AA2AD"/>
                </a:solidFill>
              </a:defRPr>
            </a:lvl4pPr>
            <a:lvl5pPr>
              <a:buNone/>
              <a:defRPr sz="900" b="0">
                <a:solidFill>
                  <a:srgbClr val="9AA2AD"/>
                </a:solidFill>
              </a:defRPr>
            </a:lvl5pPr>
            <a:lvl6pPr>
              <a:buNone/>
              <a:defRPr sz="900" b="0">
                <a:solidFill>
                  <a:srgbClr val="9AA2AD"/>
                </a:solidFill>
              </a:defRPr>
            </a:lvl6pPr>
            <a:lvl7pPr>
              <a:buNone/>
              <a:defRPr sz="900" b="0">
                <a:solidFill>
                  <a:srgbClr val="9AA2AD"/>
                </a:solidFill>
              </a:defRPr>
            </a:lvl7pPr>
            <a:lvl8pPr>
              <a:buNone/>
              <a:defRPr sz="900" b="0">
                <a:solidFill>
                  <a:srgbClr val="9AA2AD"/>
                </a:solidFill>
              </a:defRPr>
            </a:lvl8pPr>
            <a:lvl9pPr>
              <a:buNone/>
              <a:defRPr sz="900" b="0">
                <a:solidFill>
                  <a:srgbClr val="9AA2AD"/>
                </a:solidFill>
              </a:defRPr>
            </a:lvl9pPr>
          </a:lstStyle>
          <a:p xmlns:a="http://schemas.openxmlformats.org/drawingml/2006/main">
            <a:pPr>
              <a:buNone/>
              <a:defRPr sz="900" b="0">
                <a:solidFill>
                  <a:srgbClr val="9AA2AD"/>
                </a:solidFill>
              </a:defRPr>
            </a:pPr>
            <a:r>
              <a:rPr sz="900" b="0">
                <a:solidFill>
                  <a:srgbClr val="9AA2AD"/>
                </a:solidFill>
              </a:rPr>
              <a:t>Synthetic only. Verification labels are generated. Forger test, ablation intervals and second-machine reproduction remain open. Human review required.</a:t>
            </a:r>
          </a:p>
        </p:txBody>
      </p:sp>
      <p:sp>
        <p:nvSpPr>
          <p:cNvPr id="15" name="">
            <a:extLst xmlns:a="http://schemas.openxmlformats.org/drawingml/2006/main">
              <a:ext uri="{FF2B5EF4-FFF2-40B4-BE49-F238E27FC236}">
                <a16:creationId xmlns:a16="http://schemas.microsoft.com/office/drawing/2014/main" id="{A3C4C20E-BD95-462D-A7CF-457F1D495ACF}"/>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9AA2AD"/>
                </a:solidFill>
              </a:defRPr>
            </a:defPPr>
            <a:lvl1pPr>
              <a:buNone/>
              <a:defRPr sz="750" b="1">
                <a:solidFill>
                  <a:srgbClr val="9AA2AD"/>
                </a:solidFill>
              </a:defRPr>
            </a:lvl1pPr>
            <a:lvl2pPr>
              <a:buNone/>
              <a:defRPr sz="750" b="1">
                <a:solidFill>
                  <a:srgbClr val="9AA2AD"/>
                </a:solidFill>
              </a:defRPr>
            </a:lvl2pPr>
            <a:lvl3pPr>
              <a:buNone/>
              <a:defRPr sz="750" b="1">
                <a:solidFill>
                  <a:srgbClr val="9AA2AD"/>
                </a:solidFill>
              </a:defRPr>
            </a:lvl3pPr>
            <a:lvl4pPr>
              <a:buNone/>
              <a:defRPr sz="750" b="1">
                <a:solidFill>
                  <a:srgbClr val="9AA2AD"/>
                </a:solidFill>
              </a:defRPr>
            </a:lvl4pPr>
            <a:lvl5pPr>
              <a:buNone/>
              <a:defRPr sz="750" b="1">
                <a:solidFill>
                  <a:srgbClr val="9AA2AD"/>
                </a:solidFill>
              </a:defRPr>
            </a:lvl5pPr>
            <a:lvl6pPr>
              <a:buNone/>
              <a:defRPr sz="750" b="1">
                <a:solidFill>
                  <a:srgbClr val="9AA2AD"/>
                </a:solidFill>
              </a:defRPr>
            </a:lvl6pPr>
            <a:lvl7pPr>
              <a:buNone/>
              <a:defRPr sz="750" b="1">
                <a:solidFill>
                  <a:srgbClr val="9AA2AD"/>
                </a:solidFill>
              </a:defRPr>
            </a:lvl7pPr>
            <a:lvl8pPr>
              <a:buNone/>
              <a:defRPr sz="750" b="1">
                <a:solidFill>
                  <a:srgbClr val="9AA2AD"/>
                </a:solidFill>
              </a:defRPr>
            </a:lvl8pPr>
            <a:lvl9pPr>
              <a:buNone/>
              <a:defRPr sz="750" b="1">
                <a:solidFill>
                  <a:srgbClr val="9AA2AD"/>
                </a:solidFill>
              </a:defRPr>
            </a:lvl9pPr>
          </a:lstStyle>
          <a:p xmlns:a="http://schemas.openxmlformats.org/drawingml/2006/main">
            <a:pPr>
              <a:buNone/>
              <a:defRPr sz="750" b="1">
                <a:solidFill>
                  <a:srgbClr val="9AA2AD"/>
                </a:solidFill>
              </a:defRPr>
            </a:pPr>
            <a:r>
              <a:rPr sz="750" b="1">
                <a:solidFill>
                  <a:srgbClr val="9AA2AD"/>
                </a:solidFill>
              </a:rPr>
              <a:t>EXATHON INDIA 2026  ·  KUSHAGRA GUPTA  ·  SYNTHETIC DATA</a:t>
            </a:r>
          </a:p>
        </p:txBody>
      </p:sp>
      <p:sp>
        <p:nvSpPr>
          <p:cNvPr id="16" name="">
            <a:extLst xmlns:a="http://schemas.openxmlformats.org/drawingml/2006/main">
              <a:ext uri="{FF2B5EF4-FFF2-40B4-BE49-F238E27FC236}">
                <a16:creationId xmlns:a16="http://schemas.microsoft.com/office/drawing/2014/main" id="{2E911DD7-3261-4072-BEFC-89F7D1DD53E6}"/>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buNone/>
              <a:defRPr sz="900" b="1">
                <a:solidFill>
                  <a:srgbClr val="B7D660"/>
                </a:solidFill>
              </a:defRPr>
            </a:lvl1pPr>
            <a:lvl2pPr>
              <a:buNone/>
              <a:defRPr sz="900" b="1">
                <a:solidFill>
                  <a:srgbClr val="B7D660"/>
                </a:solidFill>
              </a:defRPr>
            </a:lvl2pPr>
            <a:lvl3pPr>
              <a:buNone/>
              <a:defRPr sz="900" b="1">
                <a:solidFill>
                  <a:srgbClr val="B7D660"/>
                </a:solidFill>
              </a:defRPr>
            </a:lvl3pPr>
            <a:lvl4pPr>
              <a:buNone/>
              <a:defRPr sz="900" b="1">
                <a:solidFill>
                  <a:srgbClr val="B7D660"/>
                </a:solidFill>
              </a:defRPr>
            </a:lvl4pPr>
            <a:lvl5pPr>
              <a:buNone/>
              <a:defRPr sz="900" b="1">
                <a:solidFill>
                  <a:srgbClr val="B7D660"/>
                </a:solidFill>
              </a:defRPr>
            </a:lvl5pPr>
            <a:lvl6pPr>
              <a:buNone/>
              <a:defRPr sz="900" b="1">
                <a:solidFill>
                  <a:srgbClr val="B7D660"/>
                </a:solidFill>
              </a:defRPr>
            </a:lvl6pPr>
            <a:lvl7pPr>
              <a:buNone/>
              <a:defRPr sz="900" b="1">
                <a:solidFill>
                  <a:srgbClr val="B7D660"/>
                </a:solidFill>
              </a:defRPr>
            </a:lvl7pPr>
            <a:lvl8pPr>
              <a:buNone/>
              <a:defRPr sz="900" b="1">
                <a:solidFill>
                  <a:srgbClr val="B7D660"/>
                </a:solidFill>
              </a:defRPr>
            </a:lvl8pPr>
            <a:lvl9pPr>
              <a:buNone/>
              <a:defRPr sz="900" b="1">
                <a:solidFill>
                  <a:srgbClr val="B7D660"/>
                </a:solidFill>
              </a:defRPr>
            </a:lvl9pPr>
          </a:lstStyle>
          <a:p xmlns:a="http://schemas.openxmlformats.org/drawingml/2006/main">
            <a:pPr>
              <a:buNone/>
              <a:defRPr sz="900" b="1">
                <a:solidFill>
                  <a:srgbClr val="B7D660"/>
                </a:solidFill>
              </a:defRPr>
            </a:pPr>
            <a:r>
              <a:rPr sz="900" b="1">
                <a:solidFill>
                  <a:srgbClr val="B7D660"/>
                </a:solidFill>
              </a:rPr>
              <a:t>04</a:t>
            </a:r>
          </a:p>
        </p:txBody>
      </p:sp>
      <p:sp>
        <p:nvSpPr>
          <p:cNvPr id="18" name="">
            <a:extLst xmlns:a="http://schemas.openxmlformats.org/drawingml/2006/main">
              <a:ext uri="{FF2B5EF4-FFF2-40B4-BE49-F238E27FC236}">
                <a16:creationId xmlns:a16="http://schemas.microsoft.com/office/drawing/2014/main" id="{FCA695E1-914C-4933-BD98-8D1F8551938C}"/>
              </a:ext>
            </a:extLst>
          </p:cNvPr>
          <p:cNvSpPr>
            <a:spLocks xmlns:a="http://schemas.openxmlformats.org/drawingml/2006/main" noGrp="1"/>
          </p:cNvSpPr>
          <p:nvPr/>
        </p:nvSpPr>
        <p:spPr>
          <a:xfrm xmlns:a="http://schemas.openxmlformats.org/drawingml/2006/main">
            <a:off x="609600" y="245745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F6F1E8"/>
                </a:solidFill>
                <a:latin typeface="Aptos"/>
                <a:ea typeface="Aptos"/>
                <a:cs typeface="Aptos"/>
              </a:defRPr>
            </a:defPPr>
            <a:lvl1pPr>
              <a:defRPr sz="1425">
                <a:solidFill>
                  <a:srgbClr val="F6F1E8"/>
                </a:solidFill>
                <a:latin typeface="Aptos"/>
                <a:ea typeface="Aptos"/>
                <a:cs typeface="Aptos"/>
              </a:defRPr>
            </a:lvl1pPr>
            <a:lvl2pPr>
              <a:defRPr sz="1425">
                <a:solidFill>
                  <a:srgbClr val="F6F1E8"/>
                </a:solidFill>
                <a:latin typeface="Aptos"/>
                <a:ea typeface="Aptos"/>
                <a:cs typeface="Aptos"/>
              </a:defRPr>
            </a:lvl2pPr>
            <a:lvl3pPr>
              <a:defRPr sz="1425">
                <a:solidFill>
                  <a:srgbClr val="F6F1E8"/>
                </a:solidFill>
                <a:latin typeface="Aptos"/>
                <a:ea typeface="Aptos"/>
                <a:cs typeface="Aptos"/>
              </a:defRPr>
            </a:lvl3pPr>
            <a:lvl4pPr>
              <a:defRPr sz="1425">
                <a:solidFill>
                  <a:srgbClr val="F6F1E8"/>
                </a:solidFill>
                <a:latin typeface="Aptos"/>
                <a:ea typeface="Aptos"/>
                <a:cs typeface="Aptos"/>
              </a:defRPr>
            </a:lvl4pPr>
            <a:lvl5pPr>
              <a:defRPr sz="1425">
                <a:solidFill>
                  <a:srgbClr val="F6F1E8"/>
                </a:solidFill>
                <a:latin typeface="Aptos"/>
                <a:ea typeface="Aptos"/>
                <a:cs typeface="Aptos"/>
              </a:defRPr>
            </a:lvl5pPr>
            <a:lvl6pPr>
              <a:defRPr sz="1425">
                <a:solidFill>
                  <a:srgbClr val="F6F1E8"/>
                </a:solidFill>
                <a:latin typeface="Aptos"/>
                <a:ea typeface="Aptos"/>
                <a:cs typeface="Aptos"/>
              </a:defRPr>
            </a:lvl6pPr>
            <a:lvl7pPr>
              <a:defRPr sz="1425">
                <a:solidFill>
                  <a:srgbClr val="F6F1E8"/>
                </a:solidFill>
                <a:latin typeface="Aptos"/>
                <a:ea typeface="Aptos"/>
                <a:cs typeface="Aptos"/>
              </a:defRPr>
            </a:lvl7pPr>
            <a:lvl8pPr>
              <a:defRPr sz="1425">
                <a:solidFill>
                  <a:srgbClr val="F6F1E8"/>
                </a:solidFill>
                <a:latin typeface="Aptos"/>
                <a:ea typeface="Aptos"/>
                <a:cs typeface="Aptos"/>
              </a:defRPr>
            </a:lvl8pPr>
            <a:lvl9pPr>
              <a:defRPr sz="1425">
                <a:solidFill>
                  <a:srgbClr val="F6F1E8"/>
                </a:solidFill>
                <a:latin typeface="Aptos"/>
                <a:ea typeface="Aptos"/>
                <a:cs typeface="Aptos"/>
              </a:defRPr>
            </a:lvl9pPr>
          </a:lstStyle>
          <a:p xmlns:a="http://schemas.openxmlformats.org/drawingml/2006/main">
            <a:pPr>
              <a:defRPr sz="1425">
                <a:solidFill>
                  <a:srgbClr val="F6F1E8"/>
                </a:solidFill>
                <a:latin typeface="Aptos"/>
                <a:ea typeface="Aptos"/>
                <a:cs typeface="Aptos"/>
              </a:defRPr>
            </a:pPr>
            <a:r>
              <a:rPr sz="1425">
                <a:solidFill>
                  <a:srgbClr val="F6F1E8"/>
                </a:solidFill>
                <a:latin typeface="Aptos"/>
                <a:ea typeface="Aptos"/>
                <a:cs typeface="Aptos"/>
              </a:rPr>
              <a:t>V3-C 95% CIs: recall 78.88% – 83.64%; FPR 2.06% – 2.49%.</a:t>
            </a:r>
          </a:p>
          <a:p xmlns:a="http://schemas.openxmlformats.org/drawingml/2006/main">
            <a:pPr>
              <a:defRPr sz="1425">
                <a:solidFill>
                  <a:srgbClr val="F6F1E8"/>
                </a:solidFill>
                <a:latin typeface="Aptos"/>
                <a:ea typeface="Aptos"/>
                <a:cs typeface="Aptos"/>
              </a:defRPr>
            </a:pPr>
            <a:r>
              <a:rPr sz="1425">
                <a:solidFill>
                  <a:srgbClr val="F6F1E8"/>
                </a:solidFill>
                <a:latin typeface="Aptos"/>
                <a:ea typeface="Aptos"/>
                <a:cs typeface="Aptos"/>
              </a:rPr>
              <a:t>V3-B primary: recall 81.14%; FPR 2.20%.</a:t>
            </a:r>
          </a:p>
          <a:p xmlns:a="http://schemas.openxmlformats.org/drawingml/2006/main">
            <a:pPr>
              <a:defRPr sz="1425">
                <a:solidFill>
                  <a:srgbClr val="F6F1E8"/>
                </a:solidFill>
                <a:latin typeface="Aptos"/>
                <a:ea typeface="Aptos"/>
                <a:cs typeface="Aptos"/>
              </a:defRPr>
            </a:pPr>
            <a:r>
              <a:rPr sz="1425">
                <a:solidFill>
                  <a:srgbClr val="F6F1E8"/>
                </a:solidFill>
                <a:latin typeface="Aptos"/>
                <a:ea typeface="Aptos"/>
                <a:cs typeface="Aptos"/>
              </a:rPr>
              <a:t>Wrong-clears: 0 of 720 active-cheat factories; approximate upper bound 0.42%. Assumes independent factories.</a:t>
            </a:r>
          </a:p>
        </p:txBody>
      </p:sp>
    </p:spTree>
    <p:extLst>
      <p:ext uri="{BB962C8B-B14F-4D97-AF65-F5344CB8AC3E}">
        <p14:creationId xmlns:p14="http://schemas.microsoft.com/office/powerpoint/2010/main" val="1539311774"/>
      </p:ext>
    </p:extLst>
  </p:cSld>
</p:sld>
</file>

<file path=ppt/slides/slide5.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E27535-E8FD-4A71-8BDD-46A4663E6776}"/>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buNone/>
              <a:defRPr sz="900" b="1">
                <a:solidFill>
                  <a:srgbClr val="B7D660"/>
                </a:solidFill>
              </a:defRPr>
            </a:lvl1pPr>
            <a:lvl2pPr>
              <a:buNone/>
              <a:defRPr sz="900" b="1">
                <a:solidFill>
                  <a:srgbClr val="B7D660"/>
                </a:solidFill>
              </a:defRPr>
            </a:lvl2pPr>
            <a:lvl3pPr>
              <a:buNone/>
              <a:defRPr sz="900" b="1">
                <a:solidFill>
                  <a:srgbClr val="B7D660"/>
                </a:solidFill>
              </a:defRPr>
            </a:lvl3pPr>
            <a:lvl4pPr>
              <a:buNone/>
              <a:defRPr sz="900" b="1">
                <a:solidFill>
                  <a:srgbClr val="B7D660"/>
                </a:solidFill>
              </a:defRPr>
            </a:lvl4pPr>
            <a:lvl5pPr>
              <a:buNone/>
              <a:defRPr sz="900" b="1">
                <a:solidFill>
                  <a:srgbClr val="B7D660"/>
                </a:solidFill>
              </a:defRPr>
            </a:lvl5pPr>
            <a:lvl6pPr>
              <a:buNone/>
              <a:defRPr sz="900" b="1">
                <a:solidFill>
                  <a:srgbClr val="B7D660"/>
                </a:solidFill>
              </a:defRPr>
            </a:lvl6pPr>
            <a:lvl7pPr>
              <a:buNone/>
              <a:defRPr sz="900" b="1">
                <a:solidFill>
                  <a:srgbClr val="B7D660"/>
                </a:solidFill>
              </a:defRPr>
            </a:lvl7pPr>
            <a:lvl8pPr>
              <a:buNone/>
              <a:defRPr sz="900" b="1">
                <a:solidFill>
                  <a:srgbClr val="B7D660"/>
                </a:solidFill>
              </a:defRPr>
            </a:lvl8pPr>
            <a:lvl9pPr>
              <a:buNone/>
              <a:defRPr sz="900" b="1">
                <a:solidFill>
                  <a:srgbClr val="B7D660"/>
                </a:solidFill>
              </a:defRPr>
            </a:lvl9pPr>
          </a:lstStyle>
          <a:p xmlns:a="http://schemas.openxmlformats.org/drawingml/2006/main">
            <a:pPr>
              <a:buNone/>
              <a:defRPr sz="900" b="1">
                <a:solidFill>
                  <a:srgbClr val="B7D660"/>
                </a:solidFill>
              </a:defRPr>
            </a:pPr>
            <a:r>
              <a:rPr sz="900" b="1">
                <a:solidFill>
                  <a:srgbClr val="B7D660"/>
                </a:solidFill>
              </a:rPr>
              <a:t>GST EVIDENCE RECONCILIATION</a:t>
            </a:r>
          </a:p>
        </p:txBody>
      </p:sp>
      <p:sp>
        <p:nvSpPr>
          <p:cNvPr id="2" name="">
            <a:extLst xmlns:a="http://schemas.openxmlformats.org/drawingml/2006/main">
              <a:ext uri="{FF2B5EF4-FFF2-40B4-BE49-F238E27FC236}">
                <a16:creationId xmlns:a16="http://schemas.microsoft.com/office/drawing/2014/main" id="{C94DFC12-85E6-46CD-AED5-F58D05CF3A7F}"/>
              </a:ext>
            </a:extLst>
          </p:cNvPr>
          <p:cNvSpPr>
            <a:spLocks xmlns:a="http://schemas.openxmlformats.org/drawingml/2006/main" noGrp="1"/>
          </p:cNvSpPr>
          <p:nvPr/>
        </p:nvSpPr>
        <p:spPr>
          <a:xfrm xmlns:a="http://schemas.openxmlformats.org/drawingml/2006/main">
            <a:off x="609600" y="8001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F6F1E8"/>
                </a:solidFill>
              </a:defRPr>
            </a:defPPr>
            <a:lvl1pPr>
              <a:buNone/>
              <a:defRPr sz="3150" b="1">
                <a:solidFill>
                  <a:srgbClr val="F6F1E8"/>
                </a:solidFill>
              </a:defRPr>
            </a:lvl1pPr>
            <a:lvl2pPr>
              <a:buNone/>
              <a:defRPr sz="3150" b="1">
                <a:solidFill>
                  <a:srgbClr val="F6F1E8"/>
                </a:solidFill>
              </a:defRPr>
            </a:lvl2pPr>
            <a:lvl3pPr>
              <a:buNone/>
              <a:defRPr sz="3150" b="1">
                <a:solidFill>
                  <a:srgbClr val="F6F1E8"/>
                </a:solidFill>
              </a:defRPr>
            </a:lvl3pPr>
            <a:lvl4pPr>
              <a:buNone/>
              <a:defRPr sz="3150" b="1">
                <a:solidFill>
                  <a:srgbClr val="F6F1E8"/>
                </a:solidFill>
              </a:defRPr>
            </a:lvl4pPr>
            <a:lvl5pPr>
              <a:buNone/>
              <a:defRPr sz="3150" b="1">
                <a:solidFill>
                  <a:srgbClr val="F6F1E8"/>
                </a:solidFill>
              </a:defRPr>
            </a:lvl5pPr>
            <a:lvl6pPr>
              <a:buNone/>
              <a:defRPr sz="3150" b="1">
                <a:solidFill>
                  <a:srgbClr val="F6F1E8"/>
                </a:solidFill>
              </a:defRPr>
            </a:lvl6pPr>
            <a:lvl7pPr>
              <a:buNone/>
              <a:defRPr sz="3150" b="1">
                <a:solidFill>
                  <a:srgbClr val="F6F1E8"/>
                </a:solidFill>
              </a:defRPr>
            </a:lvl7pPr>
            <a:lvl8pPr>
              <a:buNone/>
              <a:defRPr sz="3150" b="1">
                <a:solidFill>
                  <a:srgbClr val="F6F1E8"/>
                </a:solidFill>
              </a:defRPr>
            </a:lvl8pPr>
            <a:lvl9pPr>
              <a:buNone/>
              <a:defRPr sz="3150" b="1">
                <a:solidFill>
                  <a:srgbClr val="F6F1E8"/>
                </a:solidFill>
              </a:defRPr>
            </a:lvl9pPr>
          </a:lstStyle>
          <a:p xmlns:a="http://schemas.openxmlformats.org/drawingml/2006/main">
            <a:pPr>
              <a:buNone/>
              <a:defRPr sz="3150" b="1">
                <a:solidFill>
                  <a:srgbClr val="F6F1E8"/>
                </a:solidFill>
              </a:defRPr>
            </a:pPr>
            <a:r>
              <a:rPr sz="3150" b="1">
                <a:solidFill>
                  <a:srgbClr val="F6F1E8"/>
                </a:solidFill>
              </a:rPr>
              <a:t>Exasol Personal and the data-access roadmap</a:t>
            </a:r>
          </a:p>
        </p:txBody>
      </p:sp>
      <p:sp>
        <p:nvSpPr>
          <p:cNvPr id="3" name="">
            <a:extLst xmlns:a="http://schemas.openxmlformats.org/drawingml/2006/main">
              <a:ext uri="{FF2B5EF4-FFF2-40B4-BE49-F238E27FC236}">
                <a16:creationId xmlns:a16="http://schemas.microsoft.com/office/drawing/2014/main" id="{3873E311-7269-48B9-B52E-724D60BC3B61}"/>
              </a:ext>
            </a:extLst>
          </p:cNvPr>
          <p:cNvSpPr>
            <a:spLocks xmlns:a="http://schemas.openxmlformats.org/drawingml/2006/main" noGrp="1"/>
          </p:cNvSpPr>
          <p:nvPr/>
        </p:nvSpPr>
        <p:spPr>
          <a:xfrm xmlns:a="http://schemas.openxmlformats.org/drawingml/2006/main">
            <a:off x="609600" y="16954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9AA2AD"/>
                </a:solidFill>
              </a:defRPr>
            </a:defPPr>
            <a:lvl1pPr>
              <a:buNone/>
              <a:defRPr sz="1350" b="0">
                <a:solidFill>
                  <a:srgbClr val="9AA2AD"/>
                </a:solidFill>
              </a:defRPr>
            </a:lvl1pPr>
            <a:lvl2pPr>
              <a:buNone/>
              <a:defRPr sz="1350" b="0">
                <a:solidFill>
                  <a:srgbClr val="9AA2AD"/>
                </a:solidFill>
              </a:defRPr>
            </a:lvl2pPr>
            <a:lvl3pPr>
              <a:buNone/>
              <a:defRPr sz="1350" b="0">
                <a:solidFill>
                  <a:srgbClr val="9AA2AD"/>
                </a:solidFill>
              </a:defRPr>
            </a:lvl3pPr>
            <a:lvl4pPr>
              <a:buNone/>
              <a:defRPr sz="1350" b="0">
                <a:solidFill>
                  <a:srgbClr val="9AA2AD"/>
                </a:solidFill>
              </a:defRPr>
            </a:lvl4pPr>
            <a:lvl5pPr>
              <a:buNone/>
              <a:defRPr sz="1350" b="0">
                <a:solidFill>
                  <a:srgbClr val="9AA2AD"/>
                </a:solidFill>
              </a:defRPr>
            </a:lvl5pPr>
            <a:lvl6pPr>
              <a:buNone/>
              <a:defRPr sz="1350" b="0">
                <a:solidFill>
                  <a:srgbClr val="9AA2AD"/>
                </a:solidFill>
              </a:defRPr>
            </a:lvl6pPr>
            <a:lvl7pPr>
              <a:buNone/>
              <a:defRPr sz="1350" b="0">
                <a:solidFill>
                  <a:srgbClr val="9AA2AD"/>
                </a:solidFill>
              </a:defRPr>
            </a:lvl7pPr>
            <a:lvl8pPr>
              <a:buNone/>
              <a:defRPr sz="1350" b="0">
                <a:solidFill>
                  <a:srgbClr val="9AA2AD"/>
                </a:solidFill>
              </a:defRPr>
            </a:lvl8pPr>
            <a:lvl9pPr>
              <a:buNone/>
              <a:defRPr sz="1350" b="0">
                <a:solidFill>
                  <a:srgbClr val="9AA2AD"/>
                </a:solidFill>
              </a:defRPr>
            </a:lvl9pPr>
          </a:lstStyle>
          <a:p xmlns:a="http://schemas.openxmlformats.org/drawingml/2006/main">
            <a:pPr>
              <a:buNone/>
              <a:defRPr sz="1350" b="0">
                <a:solidFill>
                  <a:srgbClr val="9AA2AD"/>
                </a:solidFill>
              </a:defRPr>
            </a:pPr>
            <a:r>
              <a:rPr sz="1350" b="0">
                <a:solidFill>
                  <a:srgbClr val="9AA2AD"/>
                </a:solidFill>
              </a:rPr>
              <a:t>The database runs the evidence views locally. The proposal starts with tax-system data and adds other sources only under lawful access.</a:t>
            </a:r>
          </a:p>
        </p:txBody>
      </p:sp>
      <p:sp>
        <p:nvSpPr>
          <p:cNvPr id="4" name="">
            <a:extLst xmlns:a="http://schemas.openxmlformats.org/drawingml/2006/main">
              <a:ext uri="{FF2B5EF4-FFF2-40B4-BE49-F238E27FC236}">
                <a16:creationId xmlns:a16="http://schemas.microsoft.com/office/drawing/2014/main" id="{DF7B7D7E-F3C6-4C6C-B3D7-CF0C4C4AD41C}"/>
              </a:ext>
            </a:extLst>
          </p:cNvPr>
          <p:cNvSpPr>
            <a:spLocks xmlns:a="http://schemas.openxmlformats.org/drawingml/2006/main" noGrp="1"/>
          </p:cNvSpPr>
          <p:nvPr/>
        </p:nvSpPr>
        <p:spPr>
          <a:xfrm xmlns:a="http://schemas.openxmlformats.org/drawingml/2006/main">
            <a:off x="609600" y="27241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B7D660"/>
                </a:solidFill>
              </a:defRPr>
            </a:defPPr>
            <a:lvl1pPr>
              <a:buNone/>
              <a:defRPr sz="2250" b="1">
                <a:solidFill>
                  <a:srgbClr val="B7D660"/>
                </a:solidFill>
              </a:defRPr>
            </a:lvl1pPr>
            <a:lvl2pPr>
              <a:buNone/>
              <a:defRPr sz="2250" b="1">
                <a:solidFill>
                  <a:srgbClr val="B7D660"/>
                </a:solidFill>
              </a:defRPr>
            </a:lvl2pPr>
            <a:lvl3pPr>
              <a:buNone/>
              <a:defRPr sz="2250" b="1">
                <a:solidFill>
                  <a:srgbClr val="B7D660"/>
                </a:solidFill>
              </a:defRPr>
            </a:lvl3pPr>
            <a:lvl4pPr>
              <a:buNone/>
              <a:defRPr sz="2250" b="1">
                <a:solidFill>
                  <a:srgbClr val="B7D660"/>
                </a:solidFill>
              </a:defRPr>
            </a:lvl4pPr>
            <a:lvl5pPr>
              <a:buNone/>
              <a:defRPr sz="2250" b="1">
                <a:solidFill>
                  <a:srgbClr val="B7D660"/>
                </a:solidFill>
              </a:defRPr>
            </a:lvl5pPr>
            <a:lvl6pPr>
              <a:buNone/>
              <a:defRPr sz="2250" b="1">
                <a:solidFill>
                  <a:srgbClr val="B7D660"/>
                </a:solidFill>
              </a:defRPr>
            </a:lvl6pPr>
            <a:lvl7pPr>
              <a:buNone/>
              <a:defRPr sz="2250" b="1">
                <a:solidFill>
                  <a:srgbClr val="B7D660"/>
                </a:solidFill>
              </a:defRPr>
            </a:lvl7pPr>
            <a:lvl8pPr>
              <a:buNone/>
              <a:defRPr sz="2250" b="1">
                <a:solidFill>
                  <a:srgbClr val="B7D660"/>
                </a:solidFill>
              </a:defRPr>
            </a:lvl8pPr>
            <a:lvl9pPr>
              <a:buNone/>
              <a:defRPr sz="2250" b="1">
                <a:solidFill>
                  <a:srgbClr val="B7D660"/>
                </a:solidFill>
              </a:defRPr>
            </a:lvl9pPr>
          </a:lstStyle>
          <a:p xmlns:a="http://schemas.openxmlformats.org/drawingml/2006/main">
            <a:pPr>
              <a:buNone/>
              <a:defRPr sz="2250" b="1">
                <a:solidFill>
                  <a:srgbClr val="B7D660"/>
                </a:solidFill>
              </a:defRPr>
            </a:pPr>
            <a:r>
              <a:rPr sz="2250" b="1">
                <a:solidFill>
                  <a:srgbClr val="B7D660"/>
                </a:solidFill>
              </a:rPr>
              <a:t>172,800 current V3-C feature rows</a:t>
            </a:r>
          </a:p>
        </p:txBody>
      </p:sp>
      <p:sp>
        <p:nvSpPr>
          <p:cNvPr id="5" name="">
            <a:extLst xmlns:a="http://schemas.openxmlformats.org/drawingml/2006/main">
              <a:ext uri="{FF2B5EF4-FFF2-40B4-BE49-F238E27FC236}">
                <a16:creationId xmlns:a16="http://schemas.microsoft.com/office/drawing/2014/main" id="{71C6B525-F6DB-4360-A6EE-28D233F933AC}"/>
              </a:ext>
            </a:extLst>
          </p:cNvPr>
          <p:cNvSpPr>
            <a:spLocks xmlns:a="http://schemas.openxmlformats.org/drawingml/2006/main" noGrp="1"/>
          </p:cNvSpPr>
          <p:nvPr/>
        </p:nvSpPr>
        <p:spPr>
          <a:xfrm xmlns:a="http://schemas.openxmlformats.org/drawingml/2006/main">
            <a:off x="609600" y="3295650"/>
            <a:ext cx="4905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6F1E8"/>
                </a:solidFill>
              </a:defRPr>
            </a:defPPr>
            <a:lvl1pPr>
              <a:buNone/>
              <a:defRPr sz="1200" b="0">
                <a:solidFill>
                  <a:srgbClr val="F6F1E8"/>
                </a:solidFill>
              </a:defRPr>
            </a:lvl1pPr>
            <a:lvl2pPr>
              <a:buNone/>
              <a:defRPr sz="1200" b="0">
                <a:solidFill>
                  <a:srgbClr val="F6F1E8"/>
                </a:solidFill>
              </a:defRPr>
            </a:lvl2pPr>
            <a:lvl3pPr>
              <a:buNone/>
              <a:defRPr sz="1200" b="0">
                <a:solidFill>
                  <a:srgbClr val="F6F1E8"/>
                </a:solidFill>
              </a:defRPr>
            </a:lvl3pPr>
            <a:lvl4pPr>
              <a:buNone/>
              <a:defRPr sz="1200" b="0">
                <a:solidFill>
                  <a:srgbClr val="F6F1E8"/>
                </a:solidFill>
              </a:defRPr>
            </a:lvl4pPr>
            <a:lvl5pPr>
              <a:buNone/>
              <a:defRPr sz="1200" b="0">
                <a:solidFill>
                  <a:srgbClr val="F6F1E8"/>
                </a:solidFill>
              </a:defRPr>
            </a:lvl5pPr>
            <a:lvl6pPr>
              <a:buNone/>
              <a:defRPr sz="1200" b="0">
                <a:solidFill>
                  <a:srgbClr val="F6F1E8"/>
                </a:solidFill>
              </a:defRPr>
            </a:lvl6pPr>
            <a:lvl7pPr>
              <a:buNone/>
              <a:defRPr sz="1200" b="0">
                <a:solidFill>
                  <a:srgbClr val="F6F1E8"/>
                </a:solidFill>
              </a:defRPr>
            </a:lvl7pPr>
            <a:lvl8pPr>
              <a:buNone/>
              <a:defRPr sz="1200" b="0">
                <a:solidFill>
                  <a:srgbClr val="F6F1E8"/>
                </a:solidFill>
              </a:defRPr>
            </a:lvl8pPr>
            <a:lvl9pPr>
              <a:buNone/>
              <a:defRPr sz="1200" b="0">
                <a:solidFill>
                  <a:srgbClr val="F6F1E8"/>
                </a:solidFill>
              </a:defRPr>
            </a:lvl9pPr>
          </a:lstStyle>
          <a:p xmlns:a="http://schemas.openxmlformats.org/drawingml/2006/main">
            <a:pPr>
              <a:buNone/>
              <a:defRPr sz="1200" b="0">
                <a:solidFill>
                  <a:srgbClr val="F6F1E8"/>
                </a:solidFill>
              </a:defRPr>
            </a:pPr>
            <a:r>
              <a:rPr sz="1200" b="0">
                <a:solidFill>
                  <a:srgbClr val="F6F1E8"/>
                </a:solidFill>
              </a:rPr>
              <a:t>2,400 factories. Stock median: Exasol 0.169 s; DuckDB 0.006 s. DuckDB was faster. MacBook workload timings.</a:t>
            </a:r>
          </a:p>
        </p:txBody>
      </p:sp>
      <p:sp>
        <p:nvSpPr>
          <p:cNvPr id="6" name="">
            <a:extLst xmlns:a="http://schemas.openxmlformats.org/drawingml/2006/main">
              <a:ext uri="{FF2B5EF4-FFF2-40B4-BE49-F238E27FC236}">
                <a16:creationId xmlns:a16="http://schemas.microsoft.com/office/drawing/2014/main" id="{943F5E16-A478-4B7C-912D-3F2852D08BB0}"/>
              </a:ext>
            </a:extLst>
          </p:cNvPr>
          <p:cNvSpPr>
            <a:spLocks xmlns:a="http://schemas.openxmlformats.org/drawingml/2006/main" noGrp="1"/>
          </p:cNvSpPr>
          <p:nvPr/>
        </p:nvSpPr>
        <p:spPr>
          <a:xfrm xmlns:a="http://schemas.openxmlformats.org/drawingml/2006/main">
            <a:off x="6667500" y="25717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E8418A"/>
                </a:solidFill>
              </a:defRPr>
            </a:defPPr>
            <a:lvl1pPr>
              <a:buNone/>
              <a:defRPr sz="1650" b="1">
                <a:solidFill>
                  <a:srgbClr val="E8418A"/>
                </a:solidFill>
              </a:defRPr>
            </a:lvl1pPr>
            <a:lvl2pPr>
              <a:buNone/>
              <a:defRPr sz="1650" b="1">
                <a:solidFill>
                  <a:srgbClr val="E8418A"/>
                </a:solidFill>
              </a:defRPr>
            </a:lvl2pPr>
            <a:lvl3pPr>
              <a:buNone/>
              <a:defRPr sz="1650" b="1">
                <a:solidFill>
                  <a:srgbClr val="E8418A"/>
                </a:solidFill>
              </a:defRPr>
            </a:lvl3pPr>
            <a:lvl4pPr>
              <a:buNone/>
              <a:defRPr sz="1650" b="1">
                <a:solidFill>
                  <a:srgbClr val="E8418A"/>
                </a:solidFill>
              </a:defRPr>
            </a:lvl4pPr>
            <a:lvl5pPr>
              <a:buNone/>
              <a:defRPr sz="1650" b="1">
                <a:solidFill>
                  <a:srgbClr val="E8418A"/>
                </a:solidFill>
              </a:defRPr>
            </a:lvl5pPr>
            <a:lvl6pPr>
              <a:buNone/>
              <a:defRPr sz="1650" b="1">
                <a:solidFill>
                  <a:srgbClr val="E8418A"/>
                </a:solidFill>
              </a:defRPr>
            </a:lvl6pPr>
            <a:lvl7pPr>
              <a:buNone/>
              <a:defRPr sz="1650" b="1">
                <a:solidFill>
                  <a:srgbClr val="E8418A"/>
                </a:solidFill>
              </a:defRPr>
            </a:lvl7pPr>
            <a:lvl8pPr>
              <a:buNone/>
              <a:defRPr sz="1650" b="1">
                <a:solidFill>
                  <a:srgbClr val="E8418A"/>
                </a:solidFill>
              </a:defRPr>
            </a:lvl8pPr>
            <a:lvl9pPr>
              <a:buNone/>
              <a:defRPr sz="1650" b="1">
                <a:solidFill>
                  <a:srgbClr val="E8418A"/>
                </a:solidFill>
              </a:defRPr>
            </a:lvl9pPr>
          </a:lstStyle>
          <a:p xmlns:a="http://schemas.openxmlformats.org/drawingml/2006/main">
            <a:pPr>
              <a:buNone/>
              <a:defRPr sz="1650" b="1">
                <a:solidFill>
                  <a:srgbClr val="E8418A"/>
                </a:solidFill>
              </a:defRPr>
            </a:pPr>
            <a:r>
              <a:rPr sz="1650" b="1">
                <a:solidFill>
                  <a:srgbClr val="E8418A"/>
                </a:solidFill>
              </a:rPr>
              <a:t>Data-access roadmap</a:t>
            </a:r>
          </a:p>
        </p:txBody>
      </p:sp>
      <p:sp>
        <p:nvSpPr>
          <p:cNvPr id="7" name="">
            <a:extLst xmlns:a="http://schemas.openxmlformats.org/drawingml/2006/main">
              <a:ext uri="{FF2B5EF4-FFF2-40B4-BE49-F238E27FC236}">
                <a16:creationId xmlns:a16="http://schemas.microsoft.com/office/drawing/2014/main" id="{91C08EF3-9DFB-412D-AB60-4EBF7EEE86F2}"/>
              </a:ext>
            </a:extLst>
          </p:cNvPr>
          <p:cNvSpPr>
            <a:spLocks xmlns:a="http://schemas.openxmlformats.org/drawingml/2006/main" noGrp="1"/>
          </p:cNvSpPr>
          <p:nvPr/>
        </p:nvSpPr>
        <p:spPr>
          <a:xfrm xmlns:a="http://schemas.openxmlformats.org/drawingml/2006/main">
            <a:off x="6667500" y="3105150"/>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F6F1E8"/>
                </a:solidFill>
              </a:defRPr>
            </a:defPPr>
            <a:lvl1pPr>
              <a:buNone/>
              <a:defRPr sz="1350" b="0">
                <a:solidFill>
                  <a:srgbClr val="F6F1E8"/>
                </a:solidFill>
              </a:defRPr>
            </a:lvl1pPr>
            <a:lvl2pPr>
              <a:buNone/>
              <a:defRPr sz="1350" b="0">
                <a:solidFill>
                  <a:srgbClr val="F6F1E8"/>
                </a:solidFill>
              </a:defRPr>
            </a:lvl2pPr>
            <a:lvl3pPr>
              <a:buNone/>
              <a:defRPr sz="1350" b="0">
                <a:solidFill>
                  <a:srgbClr val="F6F1E8"/>
                </a:solidFill>
              </a:defRPr>
            </a:lvl3pPr>
            <a:lvl4pPr>
              <a:buNone/>
              <a:defRPr sz="1350" b="0">
                <a:solidFill>
                  <a:srgbClr val="F6F1E8"/>
                </a:solidFill>
              </a:defRPr>
            </a:lvl4pPr>
            <a:lvl5pPr>
              <a:buNone/>
              <a:defRPr sz="1350" b="0">
                <a:solidFill>
                  <a:srgbClr val="F6F1E8"/>
                </a:solidFill>
              </a:defRPr>
            </a:lvl5pPr>
            <a:lvl6pPr>
              <a:buNone/>
              <a:defRPr sz="1350" b="0">
                <a:solidFill>
                  <a:srgbClr val="F6F1E8"/>
                </a:solidFill>
              </a:defRPr>
            </a:lvl6pPr>
            <a:lvl7pPr>
              <a:buNone/>
              <a:defRPr sz="1350" b="0">
                <a:solidFill>
                  <a:srgbClr val="F6F1E8"/>
                </a:solidFill>
              </a:defRPr>
            </a:lvl7pPr>
            <a:lvl8pPr>
              <a:buNone/>
              <a:defRPr sz="1350" b="0">
                <a:solidFill>
                  <a:srgbClr val="F6F1E8"/>
                </a:solidFill>
              </a:defRPr>
            </a:lvl8pPr>
            <a:lvl9pPr>
              <a:buNone/>
              <a:defRPr sz="1350" b="0">
                <a:solidFill>
                  <a:srgbClr val="F6F1E8"/>
                </a:solidFill>
              </a:defRPr>
            </a:lvl9pPr>
          </a:lstStyle>
          <a:p xmlns:a="http://schemas.openxmlformats.org/drawingml/2006/main">
            <a:pPr>
              <a:buNone/>
              <a:defRPr sz="1350" b="0">
                <a:solidFill>
                  <a:srgbClr val="F6F1E8"/>
                </a:solidFill>
              </a:defRPr>
            </a:pPr>
            <a:r>
              <a:rPr sz="1350" b="0">
                <a:solidFill>
                  <a:srgbClr val="F6F1E8"/>
                </a:solidFill>
              </a:rPr>
              <a:t>1. Tax-system data</a:t>
            </a:r>
          </a:p>
          <a:p xmlns:a="http://schemas.openxmlformats.org/drawingml/2006/main">
            <a:pPr>
              <a:buNone/>
              <a:defRPr sz="1350" b="0">
                <a:solidFill>
                  <a:srgbClr val="F6F1E8"/>
                </a:solidFill>
              </a:defRPr>
            </a:pPr>
            <a:r>
              <a:rPr sz="1350" b="0">
                <a:solidFill>
                  <a:srgbClr val="F6F1E8"/>
                </a:solidFill>
              </a:rPr>
              <a:t>Invoices, e-way bills, supplier returns</a:t>
            </a:r>
          </a:p>
          <a:p xmlns:a="http://schemas.openxmlformats.org/drawingml/2006/main">
            <a:r>
              <a:t/>
            </a:r>
          </a:p>
          <a:p xmlns:a="http://schemas.openxmlformats.org/drawingml/2006/main">
            <a:pPr>
              <a:buNone/>
              <a:defRPr sz="1350" b="0">
                <a:solidFill>
                  <a:srgbClr val="F6F1E8"/>
                </a:solidFill>
              </a:defRPr>
            </a:pPr>
            <a:r>
              <a:rPr sz="1350" b="0">
                <a:solidFill>
                  <a:srgbClr val="F6F1E8"/>
                </a:solidFill>
              </a:rPr>
              <a:t>2. Lawful additional evidence</a:t>
            </a:r>
          </a:p>
          <a:p xmlns:a="http://schemas.openxmlformats.org/drawingml/2006/main">
            <a:pPr>
              <a:buNone/>
              <a:defRPr sz="1350" b="0">
                <a:solidFill>
                  <a:srgbClr val="F6F1E8"/>
                </a:solidFill>
              </a:defRPr>
            </a:pPr>
            <a:r>
              <a:rPr sz="1350" b="0">
                <a:solidFill>
                  <a:srgbClr val="F6F1E8"/>
                </a:solidFill>
              </a:rPr>
              <a:t>Power and bank records under authorised access and privacy controls</a:t>
            </a:r>
          </a:p>
        </p:txBody>
      </p:sp>
      <p:sp>
        <p:nvSpPr>
          <p:cNvPr id="8" name="">
            <a:extLst xmlns:a="http://schemas.openxmlformats.org/drawingml/2006/main">
              <a:ext uri="{FF2B5EF4-FFF2-40B4-BE49-F238E27FC236}">
                <a16:creationId xmlns:a16="http://schemas.microsoft.com/office/drawing/2014/main" id="{932B5101-CB93-4CF9-9EA4-D421ABBFB1C5}"/>
              </a:ext>
            </a:extLst>
          </p:cNvPr>
          <p:cNvSpPr>
            <a:spLocks xmlns:a="http://schemas.openxmlformats.org/drawingml/2006/main" noGrp="1"/>
          </p:cNvSpPr>
          <p:nvPr/>
        </p:nvSpPr>
        <p:spPr>
          <a:xfrm xmlns:a="http://schemas.openxmlformats.org/drawingml/2006/main">
            <a:off x="609600" y="57150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9AA2AD"/>
                </a:solidFill>
              </a:defRPr>
            </a:defPPr>
            <a:lvl1pPr>
              <a:buNone/>
              <a:defRPr sz="1050" b="0">
                <a:solidFill>
                  <a:srgbClr val="9AA2AD"/>
                </a:solidFill>
              </a:defRPr>
            </a:lvl1pPr>
            <a:lvl2pPr>
              <a:buNone/>
              <a:defRPr sz="1050" b="0">
                <a:solidFill>
                  <a:srgbClr val="9AA2AD"/>
                </a:solidFill>
              </a:defRPr>
            </a:lvl2pPr>
            <a:lvl3pPr>
              <a:buNone/>
              <a:defRPr sz="1050" b="0">
                <a:solidFill>
                  <a:srgbClr val="9AA2AD"/>
                </a:solidFill>
              </a:defRPr>
            </a:lvl3pPr>
            <a:lvl4pPr>
              <a:buNone/>
              <a:defRPr sz="1050" b="0">
                <a:solidFill>
                  <a:srgbClr val="9AA2AD"/>
                </a:solidFill>
              </a:defRPr>
            </a:lvl4pPr>
            <a:lvl5pPr>
              <a:buNone/>
              <a:defRPr sz="1050" b="0">
                <a:solidFill>
                  <a:srgbClr val="9AA2AD"/>
                </a:solidFill>
              </a:defRPr>
            </a:lvl5pPr>
            <a:lvl6pPr>
              <a:buNone/>
              <a:defRPr sz="1050" b="0">
                <a:solidFill>
                  <a:srgbClr val="9AA2AD"/>
                </a:solidFill>
              </a:defRPr>
            </a:lvl6pPr>
            <a:lvl7pPr>
              <a:buNone/>
              <a:defRPr sz="1050" b="0">
                <a:solidFill>
                  <a:srgbClr val="9AA2AD"/>
                </a:solidFill>
              </a:defRPr>
            </a:lvl7pPr>
            <a:lvl8pPr>
              <a:buNone/>
              <a:defRPr sz="1050" b="0">
                <a:solidFill>
                  <a:srgbClr val="9AA2AD"/>
                </a:solidFill>
              </a:defRPr>
            </a:lvl8pPr>
            <a:lvl9pPr>
              <a:buNone/>
              <a:defRPr sz="1050" b="0">
                <a:solidFill>
                  <a:srgbClr val="9AA2AD"/>
                </a:solidFill>
              </a:defRPr>
            </a:lvl9pPr>
          </a:lstStyle>
          <a:p xmlns:a="http://schemas.openxmlformats.org/drawingml/2006/main">
            <a:pPr>
              <a:buNone/>
              <a:defRPr sz="1050" b="0">
                <a:solidFill>
                  <a:srgbClr val="9AA2AD"/>
                </a:solidFill>
              </a:defRPr>
            </a:pPr>
            <a:r>
              <a:rPr sz="1050" b="0">
                <a:solidFill>
                  <a:srgbClr val="9AA2AD"/>
                </a:solidFill>
              </a:rPr>
              <a:t>The 20.98M-row run is historical DEV, not fresh. Current timings exclude Exasol ingestion; DuckDB load is separate. No German deployment is claimed.</a:t>
            </a:r>
          </a:p>
        </p:txBody>
      </p:sp>
      <p:sp>
        <p:nvSpPr>
          <p:cNvPr id="9" name="">
            <a:extLst xmlns:a="http://schemas.openxmlformats.org/drawingml/2006/main">
              <a:ext uri="{FF2B5EF4-FFF2-40B4-BE49-F238E27FC236}">
                <a16:creationId xmlns:a16="http://schemas.microsoft.com/office/drawing/2014/main" id="{79EB8044-34CA-4140-878E-83D8012BCD15}"/>
              </a:ext>
            </a:extLst>
          </p:cNvPr>
          <p:cNvSpPr>
            <a:spLocks xmlns:a="http://schemas.openxmlformats.org/drawingml/2006/main" noGrp="1"/>
          </p:cNvSpPr>
          <p:nvPr/>
        </p:nvSpPr>
        <p:spPr>
          <a:xfrm xmlns:a="http://schemas.openxmlformats.org/drawingml/2006/main">
            <a:off x="60960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9AA2AD"/>
                </a:solidFill>
              </a:defRPr>
            </a:defPPr>
            <a:lvl1pPr>
              <a:buNone/>
              <a:defRPr sz="750" b="1">
                <a:solidFill>
                  <a:srgbClr val="9AA2AD"/>
                </a:solidFill>
              </a:defRPr>
            </a:lvl1pPr>
            <a:lvl2pPr>
              <a:buNone/>
              <a:defRPr sz="750" b="1">
                <a:solidFill>
                  <a:srgbClr val="9AA2AD"/>
                </a:solidFill>
              </a:defRPr>
            </a:lvl2pPr>
            <a:lvl3pPr>
              <a:buNone/>
              <a:defRPr sz="750" b="1">
                <a:solidFill>
                  <a:srgbClr val="9AA2AD"/>
                </a:solidFill>
              </a:defRPr>
            </a:lvl3pPr>
            <a:lvl4pPr>
              <a:buNone/>
              <a:defRPr sz="750" b="1">
                <a:solidFill>
                  <a:srgbClr val="9AA2AD"/>
                </a:solidFill>
              </a:defRPr>
            </a:lvl4pPr>
            <a:lvl5pPr>
              <a:buNone/>
              <a:defRPr sz="750" b="1">
                <a:solidFill>
                  <a:srgbClr val="9AA2AD"/>
                </a:solidFill>
              </a:defRPr>
            </a:lvl5pPr>
            <a:lvl6pPr>
              <a:buNone/>
              <a:defRPr sz="750" b="1">
                <a:solidFill>
                  <a:srgbClr val="9AA2AD"/>
                </a:solidFill>
              </a:defRPr>
            </a:lvl6pPr>
            <a:lvl7pPr>
              <a:buNone/>
              <a:defRPr sz="750" b="1">
                <a:solidFill>
                  <a:srgbClr val="9AA2AD"/>
                </a:solidFill>
              </a:defRPr>
            </a:lvl7pPr>
            <a:lvl8pPr>
              <a:buNone/>
              <a:defRPr sz="750" b="1">
                <a:solidFill>
                  <a:srgbClr val="9AA2AD"/>
                </a:solidFill>
              </a:defRPr>
            </a:lvl8pPr>
            <a:lvl9pPr>
              <a:buNone/>
              <a:defRPr sz="750" b="1">
                <a:solidFill>
                  <a:srgbClr val="9AA2AD"/>
                </a:solidFill>
              </a:defRPr>
            </a:lvl9pPr>
          </a:lstStyle>
          <a:p xmlns:a="http://schemas.openxmlformats.org/drawingml/2006/main">
            <a:pPr>
              <a:buNone/>
              <a:defRPr sz="750" b="1">
                <a:solidFill>
                  <a:srgbClr val="9AA2AD"/>
                </a:solidFill>
              </a:defRPr>
            </a:pPr>
            <a:r>
              <a:rPr sz="750" b="1">
                <a:solidFill>
                  <a:srgbClr val="9AA2AD"/>
                </a:solidFill>
              </a:rPr>
              <a:t>EXATHON INDIA 2026  ·  KUSHAGRA GUPTA  ·  SYNTHETIC DATA</a:t>
            </a:r>
          </a:p>
        </p:txBody>
      </p:sp>
      <p:sp>
        <p:nvSpPr>
          <p:cNvPr id="10" name="">
            <a:extLst xmlns:a="http://schemas.openxmlformats.org/drawingml/2006/main">
              <a:ext uri="{FF2B5EF4-FFF2-40B4-BE49-F238E27FC236}">
                <a16:creationId xmlns:a16="http://schemas.microsoft.com/office/drawing/2014/main" id="{5FE4132A-FA27-4B95-82FE-110EE708EAEB}"/>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B7D660"/>
                </a:solidFill>
              </a:defRPr>
            </a:defPPr>
            <a:lvl1pPr>
              <a:buNone/>
              <a:defRPr sz="900" b="1">
                <a:solidFill>
                  <a:srgbClr val="B7D660"/>
                </a:solidFill>
              </a:defRPr>
            </a:lvl1pPr>
            <a:lvl2pPr>
              <a:buNone/>
              <a:defRPr sz="900" b="1">
                <a:solidFill>
                  <a:srgbClr val="B7D660"/>
                </a:solidFill>
              </a:defRPr>
            </a:lvl2pPr>
            <a:lvl3pPr>
              <a:buNone/>
              <a:defRPr sz="900" b="1">
                <a:solidFill>
                  <a:srgbClr val="B7D660"/>
                </a:solidFill>
              </a:defRPr>
            </a:lvl3pPr>
            <a:lvl4pPr>
              <a:buNone/>
              <a:defRPr sz="900" b="1">
                <a:solidFill>
                  <a:srgbClr val="B7D660"/>
                </a:solidFill>
              </a:defRPr>
            </a:lvl4pPr>
            <a:lvl5pPr>
              <a:buNone/>
              <a:defRPr sz="900" b="1">
                <a:solidFill>
                  <a:srgbClr val="B7D660"/>
                </a:solidFill>
              </a:defRPr>
            </a:lvl5pPr>
            <a:lvl6pPr>
              <a:buNone/>
              <a:defRPr sz="900" b="1">
                <a:solidFill>
                  <a:srgbClr val="B7D660"/>
                </a:solidFill>
              </a:defRPr>
            </a:lvl6pPr>
            <a:lvl7pPr>
              <a:buNone/>
              <a:defRPr sz="900" b="1">
                <a:solidFill>
                  <a:srgbClr val="B7D660"/>
                </a:solidFill>
              </a:defRPr>
            </a:lvl7pPr>
            <a:lvl8pPr>
              <a:buNone/>
              <a:defRPr sz="900" b="1">
                <a:solidFill>
                  <a:srgbClr val="B7D660"/>
                </a:solidFill>
              </a:defRPr>
            </a:lvl8pPr>
            <a:lvl9pPr>
              <a:buNone/>
              <a:defRPr sz="900" b="1">
                <a:solidFill>
                  <a:srgbClr val="B7D660"/>
                </a:solidFill>
              </a:defRPr>
            </a:lvl9pPr>
          </a:lstStyle>
          <a:p xmlns:a="http://schemas.openxmlformats.org/drawingml/2006/main">
            <a:pPr>
              <a:buNone/>
              <a:defRPr sz="900" b="1">
                <a:solidFill>
                  <a:srgbClr val="B7D660"/>
                </a:solidFill>
              </a:defRPr>
            </a:pPr>
            <a:r>
              <a:rPr sz="900" b="1">
                <a:solidFill>
                  <a:srgbClr val="B7D660"/>
                </a:solidFill>
              </a:rPr>
              <a:t>05</a:t>
            </a:r>
          </a:p>
        </p:txBody>
      </p:sp>
    </p:spTree>
    <p:extLst>
      <p:ext uri="{BB962C8B-B14F-4D97-AF65-F5344CB8AC3E}">
        <p14:creationId xmlns:p14="http://schemas.microsoft.com/office/powerpoint/2010/main" val="6901706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2026-10-28T15:44:22.9860000Z</dcterms:created>
  <dcterms:modified xsi:type="dcterms:W3CDTF">2026-10-28T15:44:22.9860000Z</dcterms:modified>
</coreProperties>
</file>