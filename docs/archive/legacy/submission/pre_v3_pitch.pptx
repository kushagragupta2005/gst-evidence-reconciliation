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0827b769474104" /><Relationship Type="http://schemas.openxmlformats.org/officeDocument/2006/relationships/extended-properties" Target="/docProps/app.xml" Id="R4909fc23dac34287" /><Relationship Type="http://schemas.openxmlformats.org/officeDocument/2006/relationships/officeDocument" Target="/ppt/presentation.xml" Id="Rdfd90019fbed47a5" /></Relationships>
</file>

<file path=ppt/presentation.xml><?xml version="1.0" encoding="utf-8"?>
<p:presentation xmlns:p="http://schemas.openxmlformats.org/presentationml/2006/main">
  <p:sldMasterIdLst>
    <p:sldMasterId xmlns:r="http://schemas.openxmlformats.org/officeDocument/2006/relationships" id="2147483648" r:id="R81d15ffb1daf4fcb"/>
  </p:sldMasterIdLst>
  <p:notesMasterIdLst>
    <p:notesMasterId xmlns:r="http://schemas.openxmlformats.org/officeDocument/2006/relationships" r:id="R54c249708c9241de"/>
  </p:notesMasterIdLst>
  <p:sldIdLst>
    <p:sldId xmlns:r="http://schemas.openxmlformats.org/officeDocument/2006/relationships" id="256" r:id="Ra30d0d79f40342f8"/>
    <p:sldId xmlns:r="http://schemas.openxmlformats.org/officeDocument/2006/relationships" id="257" r:id="R62894be3db924c54"/>
    <p:sldId xmlns:r="http://schemas.openxmlformats.org/officeDocument/2006/relationships" id="258" r:id="Rb50e7a24ae964da1"/>
    <p:sldId xmlns:r="http://schemas.openxmlformats.org/officeDocument/2006/relationships" id="259" r:id="R890ce624462f4726"/>
    <p:sldId xmlns:r="http://schemas.openxmlformats.org/officeDocument/2006/relationships" id="260" r:id="R25b4ce06d01445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c6b6e0e937490a" /><Relationship Type="http://schemas.openxmlformats.org/officeDocument/2006/relationships/slideMaster" Target="/ppt/slideMasters/slideMaster1.xml" Id="R81d15ffb1daf4fcb" /><Relationship Type="http://schemas.openxmlformats.org/officeDocument/2006/relationships/notesMaster" Target="/ppt/notesMasters/notesMaster1.xml" Id="R54c249708c9241de" /><Relationship Type="http://schemas.openxmlformats.org/officeDocument/2006/relationships/presProps" Target="/ppt/presProps.xml" Id="Ra0f3403fd2b04e13" /><Relationship Type="http://schemas.openxmlformats.org/officeDocument/2006/relationships/tableStyles" Target="/ppt/tableStyles.xml" Id="R0ad0371c054f4556" /><Relationship Type="http://schemas.openxmlformats.org/officeDocument/2006/relationships/slide" Target="/ppt/slides/slide1.xml" Id="Ra30d0d79f40342f8" /><Relationship Type="http://schemas.openxmlformats.org/officeDocument/2006/relationships/slide" Target="/ppt/slides/slide2.xml" Id="R62894be3db924c54" /><Relationship Type="http://schemas.openxmlformats.org/officeDocument/2006/relationships/slide" Target="/ppt/slides/slide3.xml" Id="Rb50e7a24ae964da1" /><Relationship Type="http://schemas.openxmlformats.org/officeDocument/2006/relationships/slide" Target="/ppt/slides/slide4.xml" Id="R890ce624462f4726" /><Relationship Type="http://schemas.openxmlformats.org/officeDocument/2006/relationships/slide" Target="/ppt/slides/slide5.xml" Id="R25b4ce06d01445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91bd41daa042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cc796161324225" /><Relationship Type="http://schemas.openxmlformats.org/officeDocument/2006/relationships/notesMaster" Target="/ppt/notesMasters/notesMaster1.xml" Id="R15f5fd041a1e4e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041467c3444de5" /><Relationship Type="http://schemas.openxmlformats.org/officeDocument/2006/relationships/notesMaster" Target="/ppt/notesMasters/notesMaster1.xml" Id="Rf5b3e8a7900845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d8a52fa54c484e" /><Relationship Type="http://schemas.openxmlformats.org/officeDocument/2006/relationships/notesMaster" Target="/ppt/notesMasters/notesMaster1.xml" Id="R8b07140d1a9a4f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60dec0ca22417e" /><Relationship Type="http://schemas.openxmlformats.org/officeDocument/2006/relationships/notesMaster" Target="/ppt/notesMasters/notesMaster1.xml" Id="R3af6cb98d0e24c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e4914c18b44d4b" /><Relationship Type="http://schemas.openxmlformats.org/officeDocument/2006/relationships/notesMaster" Target="/ppt/notesMasters/notesMaster1.xml" Id="Rd45338ddb1e643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d34388b7c54c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0297a5605342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c236afa2f645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49b067f3754a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40bf40e4f74e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43173dbbbe42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001409-20A0-4A00-93B9-DF3727E924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2651BD-D6C6-4C98-8177-B02B8C603F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CAAFD6-EF27-473C-8399-67AA5013CE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374838-E73D-4894-85CF-26CACB7E38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6E7592-2BA6-4891-B6C7-144902BF56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AE7CBC9-EEA5-40D7-A4CB-8622BE21DC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117125-B5A4-46BF-BBEC-957C1D8B41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FD8F76-4022-4B1A-9F4B-FF7CAE04871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1DC1A4-379C-41C2-BCE0-2C293BF6ED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55A934-4CCA-44B6-8507-AA8C40CF1A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d0489ea8504c94" /><Relationship Type="http://schemas.openxmlformats.org/officeDocument/2006/relationships/slideLayout" Target="/ppt/slideLayouts/slideLayout1.xml" Id="R01af2a2896c54d41" /><Relationship Type="http://schemas.openxmlformats.org/officeDocument/2006/relationships/slideLayout" Target="/ppt/slideLayouts/slideLayout2.xml" Id="Rece1b2871725430f" /><Relationship Type="http://schemas.openxmlformats.org/officeDocument/2006/relationships/slideLayout" Target="/ppt/slideLayouts/slideLayout3.xml" Id="R7c8a54b6a45444df" /><Relationship Type="http://schemas.openxmlformats.org/officeDocument/2006/relationships/slideLayout" Target="/ppt/slideLayouts/slideLayout4.xml" Id="Rc978880423164201" /><Relationship Type="http://schemas.openxmlformats.org/officeDocument/2006/relationships/slideLayout" Target="/ppt/slideLayouts/slideLayout5.xml" Id="R9ca34de12c1b4696" /><Relationship Type="http://schemas.openxmlformats.org/officeDocument/2006/relationships/slideLayout" Target="/ppt/slideLayouts/slideLayout6.xml" Id="R0a7efda62ec141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af2a2896c54d41"/>
    <p:sldLayoutId xmlns:r="http://schemas.openxmlformats.org/officeDocument/2006/relationships" id="2147483650" r:id="Rece1b2871725430f"/>
    <p:sldLayoutId xmlns:r="http://schemas.openxmlformats.org/officeDocument/2006/relationships" id="2147483651" r:id="R7c8a54b6a45444df"/>
    <p:sldLayoutId xmlns:r="http://schemas.openxmlformats.org/officeDocument/2006/relationships" id="2147483652" r:id="Rc978880423164201"/>
    <p:sldLayoutId xmlns:r="http://schemas.openxmlformats.org/officeDocument/2006/relationships" id="2147483653" r:id="R9ca34de12c1b4696"/>
    <p:sldLayoutId xmlns:r="http://schemas.openxmlformats.org/officeDocument/2006/relationships" id="2147483654" r:id="R0a7efda62ec141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83e02289564912" /><Relationship Type="http://schemas.openxmlformats.org/officeDocument/2006/relationships/notesSlide" Target="/ppt/notesSlides/notesSlide1.xml" Id="R06af313e29fb45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cf28d5b30b4817" /><Relationship Type="http://schemas.openxmlformats.org/officeDocument/2006/relationships/notesSlide" Target="/ppt/notesSlides/notesSlide2.xml" Id="Rdc75bb3db58142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d0abbeec224fb2" /><Relationship Type="http://schemas.openxmlformats.org/officeDocument/2006/relationships/notesSlide" Target="/ppt/notesSlides/notesSlide3.xml" Id="R8c1c0709011b48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fb1826476d4454e" /><Relationship Type="http://schemas.openxmlformats.org/officeDocument/2006/relationships/notesSlide" Target="/ppt/notesSlides/notesSlide4.xml" Id="R88f4be69a6c84a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acf6b51d814011" /><Relationship Type="http://schemas.openxmlformats.org/officeDocument/2006/relationships/notesSlide" Target="/ppt/notesSlides/notesSlide5.xml" Id="R01291c9211cb4199" /></Relationships>
</file>

<file path=ppt/slides/slide1.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D47710-0AB5-4E59-8D16-9BF726A23D86}"/>
              </a:ext>
            </a:extLst>
          </p:cNvPr>
          <p:cNvSpPr>
            <a:spLocks xmlns:a="http://schemas.openxmlformats.org/drawingml/2006/main" noGrp="1"/>
          </p:cNvSpPr>
          <p:nvPr/>
        </p:nvSpPr>
        <p:spPr>
          <a:xfrm xmlns:a="http://schemas.openxmlformats.org/drawingml/2006/main">
            <a:off x="609600" y="5715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B7D660"/>
                </a:solidFill>
              </a:defRPr>
            </a:defPPr>
            <a:lvl1pPr>
              <a:defRPr sz="1050" b="1">
                <a:solidFill>
                  <a:srgbClr val="B7D660"/>
                </a:solidFill>
              </a:defRPr>
            </a:lvl1pPr>
            <a:lvl2pPr>
              <a:defRPr sz="1050" b="1">
                <a:solidFill>
                  <a:srgbClr val="B7D660"/>
                </a:solidFill>
              </a:defRPr>
            </a:lvl2pPr>
            <a:lvl3pPr>
              <a:defRPr sz="1050" b="1">
                <a:solidFill>
                  <a:srgbClr val="B7D660"/>
                </a:solidFill>
              </a:defRPr>
            </a:lvl3pPr>
            <a:lvl4pPr>
              <a:defRPr sz="1050" b="1">
                <a:solidFill>
                  <a:srgbClr val="B7D660"/>
                </a:solidFill>
              </a:defRPr>
            </a:lvl4pPr>
            <a:lvl5pPr>
              <a:defRPr sz="1050" b="1">
                <a:solidFill>
                  <a:srgbClr val="B7D660"/>
                </a:solidFill>
              </a:defRPr>
            </a:lvl5pPr>
            <a:lvl6pPr>
              <a:defRPr sz="1050" b="1">
                <a:solidFill>
                  <a:srgbClr val="B7D660"/>
                </a:solidFill>
              </a:defRPr>
            </a:lvl6pPr>
            <a:lvl7pPr>
              <a:defRPr sz="1050" b="1">
                <a:solidFill>
                  <a:srgbClr val="B7D660"/>
                </a:solidFill>
              </a:defRPr>
            </a:lvl7pPr>
            <a:lvl8pPr>
              <a:defRPr sz="1050" b="1">
                <a:solidFill>
                  <a:srgbClr val="B7D660"/>
                </a:solidFill>
              </a:defRPr>
            </a:lvl8pPr>
            <a:lvl9pPr>
              <a:defRPr sz="1050" b="1">
                <a:solidFill>
                  <a:srgbClr val="B7D660"/>
                </a:solidFill>
              </a:defRPr>
            </a:lvl9pPr>
          </a:lstStyle>
          <a:p xmlns:a="http://schemas.openxmlformats.org/drawingml/2006/main">
            <a:pPr>
              <a:defRPr sz="1050" b="1">
                <a:solidFill>
                  <a:srgbClr val="B7D660"/>
                </a:solidFill>
              </a:defRPr>
            </a:pPr>
            <a:r>
              <a:rPr sz="105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094411F6-465D-408A-9992-198F054B22C5}"/>
              </a:ext>
            </a:extLst>
          </p:cNvPr>
          <p:cNvSpPr>
            <a:spLocks xmlns:a="http://schemas.openxmlformats.org/drawingml/2006/main" noGrp="1"/>
          </p:cNvSpPr>
          <p:nvPr/>
        </p:nvSpPr>
        <p:spPr>
          <a:xfrm xmlns:a="http://schemas.openxmlformats.org/drawingml/2006/main">
            <a:off x="609600" y="1257300"/>
            <a:ext cx="7239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6F1E8"/>
                </a:solidFill>
              </a:defRPr>
            </a:defPPr>
            <a:lvl1pPr>
              <a:defRPr sz="3750" b="1">
                <a:solidFill>
                  <a:srgbClr val="F6F1E8"/>
                </a:solidFill>
              </a:defRPr>
            </a:lvl1pPr>
            <a:lvl2pPr>
              <a:defRPr sz="3750" b="1">
                <a:solidFill>
                  <a:srgbClr val="F6F1E8"/>
                </a:solidFill>
              </a:defRPr>
            </a:lvl2pPr>
            <a:lvl3pPr>
              <a:defRPr sz="3750" b="1">
                <a:solidFill>
                  <a:srgbClr val="F6F1E8"/>
                </a:solidFill>
              </a:defRPr>
            </a:lvl3pPr>
            <a:lvl4pPr>
              <a:defRPr sz="3750" b="1">
                <a:solidFill>
                  <a:srgbClr val="F6F1E8"/>
                </a:solidFill>
              </a:defRPr>
            </a:lvl4pPr>
            <a:lvl5pPr>
              <a:defRPr sz="3750" b="1">
                <a:solidFill>
                  <a:srgbClr val="F6F1E8"/>
                </a:solidFill>
              </a:defRPr>
            </a:lvl5pPr>
            <a:lvl6pPr>
              <a:defRPr sz="3750" b="1">
                <a:solidFill>
                  <a:srgbClr val="F6F1E8"/>
                </a:solidFill>
              </a:defRPr>
            </a:lvl6pPr>
            <a:lvl7pPr>
              <a:defRPr sz="3750" b="1">
                <a:solidFill>
                  <a:srgbClr val="F6F1E8"/>
                </a:solidFill>
              </a:defRPr>
            </a:lvl7pPr>
            <a:lvl8pPr>
              <a:defRPr sz="3750" b="1">
                <a:solidFill>
                  <a:srgbClr val="F6F1E8"/>
                </a:solidFill>
              </a:defRPr>
            </a:lvl8pPr>
            <a:lvl9pPr>
              <a:defRPr sz="3750" b="1">
                <a:solidFill>
                  <a:srgbClr val="F6F1E8"/>
                </a:solidFill>
              </a:defRPr>
            </a:lvl9pPr>
          </a:lstStyle>
          <a:p xmlns:a="http://schemas.openxmlformats.org/drawingml/2006/main">
            <a:pPr>
              <a:defRPr sz="3750" b="1">
                <a:solidFill>
                  <a:srgbClr val="F6F1E8"/>
                </a:solidFill>
              </a:defRPr>
            </a:pPr>
            <a:r>
              <a:rPr sz="3750" b="1">
                <a:solidFill>
                  <a:srgbClr val="F6F1E8"/>
                </a:solidFill>
              </a:rPr>
              <a:t>When paperwork agrees,</a:t>
            </a:r>
          </a:p>
          <a:p xmlns:a="http://schemas.openxmlformats.org/drawingml/2006/main">
            <a:pPr>
              <a:defRPr sz="3750" b="1">
                <a:solidFill>
                  <a:srgbClr val="F6F1E8"/>
                </a:solidFill>
              </a:defRPr>
            </a:pPr>
            <a:r>
              <a:rPr sz="3750" b="1">
                <a:solidFill>
                  <a:srgbClr val="F6F1E8"/>
                </a:solidFill>
              </a:rPr>
              <a:t>physical reality can disagree.</a:t>
            </a:r>
          </a:p>
        </p:txBody>
      </p:sp>
      <p:sp>
        <p:nvSpPr>
          <p:cNvPr id="3" name="">
            <a:extLst xmlns:a="http://schemas.openxmlformats.org/drawingml/2006/main">
              <a:ext uri="{FF2B5EF4-FFF2-40B4-BE49-F238E27FC236}">
                <a16:creationId xmlns:a16="http://schemas.microsoft.com/office/drawing/2014/main" id="{992A4EF1-08F1-4925-83D6-29D1D5E66598}"/>
              </a:ext>
            </a:extLst>
          </p:cNvPr>
          <p:cNvSpPr>
            <a:spLocks xmlns:a="http://schemas.openxmlformats.org/drawingml/2006/main" noGrp="1"/>
          </p:cNvSpPr>
          <p:nvPr/>
        </p:nvSpPr>
        <p:spPr>
          <a:xfrm xmlns:a="http://schemas.openxmlformats.org/drawingml/2006/main">
            <a:off x="609600" y="3143250"/>
            <a:ext cx="809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6F1E8"/>
                </a:solidFill>
              </a:defRPr>
            </a:defPPr>
            <a:lvl1pPr>
              <a:defRPr sz="1350" b="0">
                <a:solidFill>
                  <a:srgbClr val="F6F1E8"/>
                </a:solidFill>
              </a:defRPr>
            </a:lvl1pPr>
            <a:lvl2pPr>
              <a:defRPr sz="1350" b="0">
                <a:solidFill>
                  <a:srgbClr val="F6F1E8"/>
                </a:solidFill>
              </a:defRPr>
            </a:lvl2pPr>
            <a:lvl3pPr>
              <a:defRPr sz="1350" b="0">
                <a:solidFill>
                  <a:srgbClr val="F6F1E8"/>
                </a:solidFill>
              </a:defRPr>
            </a:lvl3pPr>
            <a:lvl4pPr>
              <a:defRPr sz="1350" b="0">
                <a:solidFill>
                  <a:srgbClr val="F6F1E8"/>
                </a:solidFill>
              </a:defRPr>
            </a:lvl4pPr>
            <a:lvl5pPr>
              <a:defRPr sz="1350" b="0">
                <a:solidFill>
                  <a:srgbClr val="F6F1E8"/>
                </a:solidFill>
              </a:defRPr>
            </a:lvl5pPr>
            <a:lvl6pPr>
              <a:defRPr sz="1350" b="0">
                <a:solidFill>
                  <a:srgbClr val="F6F1E8"/>
                </a:solidFill>
              </a:defRPr>
            </a:lvl6pPr>
            <a:lvl7pPr>
              <a:defRPr sz="1350" b="0">
                <a:solidFill>
                  <a:srgbClr val="F6F1E8"/>
                </a:solidFill>
              </a:defRPr>
            </a:lvl7pPr>
            <a:lvl8pPr>
              <a:defRPr sz="1350" b="0">
                <a:solidFill>
                  <a:srgbClr val="F6F1E8"/>
                </a:solidFill>
              </a:defRPr>
            </a:lvl8pPr>
            <a:lvl9pPr>
              <a:defRPr sz="1350" b="0">
                <a:solidFill>
                  <a:srgbClr val="F6F1E8"/>
                </a:solidFill>
              </a:defRPr>
            </a:lvl9pPr>
          </a:lstStyle>
          <a:p xmlns:a="http://schemas.openxmlformats.org/drawingml/2006/main">
            <a:pPr>
              <a:defRPr sz="1350" b="0">
                <a:solidFill>
                  <a:srgbClr val="F6F1E8"/>
                </a:solidFill>
              </a:defRPr>
            </a:pPr>
            <a:r>
              <a:rPr sz="1350" b="0">
                <a:solidFill>
                  <a:srgbClr val="F6F1E8"/>
                </a:solidFill>
              </a:rPr>
              <a:t>A GST officer can’t tell which factories are hiding production or inflating tax credits, because every document she checks is declared by the factory itself, while the independent evidence (power use, goods movement, supplier records, bank flows) sits in separate places and is never compared. If this worked, she would start each week with a short list of units whose paperwork contradicts physical reality, each contradiction spelled out, and honest-but-unusual factories cleared.</a:t>
            </a:r>
          </a:p>
        </p:txBody>
      </p:sp>
      <p:sp>
        <p:nvSpPr>
          <p:cNvPr id="4" name="">
            <a:extLst xmlns:a="http://schemas.openxmlformats.org/drawingml/2006/main">
              <a:ext uri="{FF2B5EF4-FFF2-40B4-BE49-F238E27FC236}">
                <a16:creationId xmlns:a16="http://schemas.microsoft.com/office/drawing/2014/main" id="{C1A240DC-A3CE-4BC1-957C-F6C5B4F0335D}"/>
              </a:ext>
            </a:extLst>
          </p:cNvPr>
          <p:cNvSpPr>
            <a:spLocks xmlns:a="http://schemas.openxmlformats.org/drawingml/2006/main" noGrp="1"/>
          </p:cNvSpPr>
          <p:nvPr/>
        </p:nvSpPr>
        <p:spPr>
          <a:xfrm xmlns:a="http://schemas.openxmlformats.org/drawingml/2006/main">
            <a:off x="609600" y="56578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E8418A"/>
                </a:solidFill>
              </a:defRPr>
            </a:defPPr>
            <a:lvl1pPr>
              <a:defRPr sz="1350" b="1">
                <a:solidFill>
                  <a:srgbClr val="E8418A"/>
                </a:solidFill>
              </a:defRPr>
            </a:lvl1pPr>
            <a:lvl2pPr>
              <a:defRPr sz="1350" b="1">
                <a:solidFill>
                  <a:srgbClr val="E8418A"/>
                </a:solidFill>
              </a:defRPr>
            </a:lvl2pPr>
            <a:lvl3pPr>
              <a:defRPr sz="1350" b="1">
                <a:solidFill>
                  <a:srgbClr val="E8418A"/>
                </a:solidFill>
              </a:defRPr>
            </a:lvl3pPr>
            <a:lvl4pPr>
              <a:defRPr sz="1350" b="1">
                <a:solidFill>
                  <a:srgbClr val="E8418A"/>
                </a:solidFill>
              </a:defRPr>
            </a:lvl4pPr>
            <a:lvl5pPr>
              <a:defRPr sz="1350" b="1">
                <a:solidFill>
                  <a:srgbClr val="E8418A"/>
                </a:solidFill>
              </a:defRPr>
            </a:lvl5pPr>
            <a:lvl6pPr>
              <a:defRPr sz="1350" b="1">
                <a:solidFill>
                  <a:srgbClr val="E8418A"/>
                </a:solidFill>
              </a:defRPr>
            </a:lvl6pPr>
            <a:lvl7pPr>
              <a:defRPr sz="1350" b="1">
                <a:solidFill>
                  <a:srgbClr val="E8418A"/>
                </a:solidFill>
              </a:defRPr>
            </a:lvl7pPr>
            <a:lvl8pPr>
              <a:defRPr sz="1350" b="1">
                <a:solidFill>
                  <a:srgbClr val="E8418A"/>
                </a:solidFill>
              </a:defRPr>
            </a:lvl8pPr>
            <a:lvl9pPr>
              <a:defRPr sz="1350" b="1">
                <a:solidFill>
                  <a:srgbClr val="E8418A"/>
                </a:solidFill>
              </a:defRPr>
            </a:lvl9pPr>
          </a:lstStyle>
          <a:p xmlns:a="http://schemas.openxmlformats.org/drawingml/2006/main">
            <a:pPr>
              <a:defRPr sz="1350" b="1">
                <a:solidFill>
                  <a:srgbClr val="E8418A"/>
                </a:solidFill>
              </a:defRPr>
            </a:pPr>
            <a:r>
              <a:rPr sz="1350" b="1">
                <a:solidFill>
                  <a:srgbClr val="E8418A"/>
                </a:solidFill>
              </a:rPr>
              <a:t>Decision support for human review</a:t>
            </a:r>
          </a:p>
        </p:txBody>
      </p:sp>
      <p:sp>
        <p:nvSpPr>
          <p:cNvPr id="5" name="">
            <a:extLst xmlns:a="http://schemas.openxmlformats.org/drawingml/2006/main">
              <a:ext uri="{FF2B5EF4-FFF2-40B4-BE49-F238E27FC236}">
                <a16:creationId xmlns:a16="http://schemas.microsoft.com/office/drawing/2014/main" id="{D12D64A0-2E26-4ED8-90A8-915375E3AC54}"/>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defRPr sz="750" b="1">
                <a:solidFill>
                  <a:srgbClr val="9AA2AD"/>
                </a:solidFill>
              </a:defRPr>
            </a:lvl1pPr>
            <a:lvl2pPr>
              <a:defRPr sz="750" b="1">
                <a:solidFill>
                  <a:srgbClr val="9AA2AD"/>
                </a:solidFill>
              </a:defRPr>
            </a:lvl2pPr>
            <a:lvl3pPr>
              <a:defRPr sz="750" b="1">
                <a:solidFill>
                  <a:srgbClr val="9AA2AD"/>
                </a:solidFill>
              </a:defRPr>
            </a:lvl3pPr>
            <a:lvl4pPr>
              <a:defRPr sz="750" b="1">
                <a:solidFill>
                  <a:srgbClr val="9AA2AD"/>
                </a:solidFill>
              </a:defRPr>
            </a:lvl4pPr>
            <a:lvl5pPr>
              <a:defRPr sz="750" b="1">
                <a:solidFill>
                  <a:srgbClr val="9AA2AD"/>
                </a:solidFill>
              </a:defRPr>
            </a:lvl5pPr>
            <a:lvl6pPr>
              <a:defRPr sz="750" b="1">
                <a:solidFill>
                  <a:srgbClr val="9AA2AD"/>
                </a:solidFill>
              </a:defRPr>
            </a:lvl6pPr>
            <a:lvl7pPr>
              <a:defRPr sz="750" b="1">
                <a:solidFill>
                  <a:srgbClr val="9AA2AD"/>
                </a:solidFill>
              </a:defRPr>
            </a:lvl7pPr>
            <a:lvl8pPr>
              <a:defRPr sz="750" b="1">
                <a:solidFill>
                  <a:srgbClr val="9AA2AD"/>
                </a:solidFill>
              </a:defRPr>
            </a:lvl8pPr>
            <a:lvl9pPr>
              <a:defRPr sz="750" b="1">
                <a:solidFill>
                  <a:srgbClr val="9AA2AD"/>
                </a:solidFill>
              </a:defRPr>
            </a:lvl9pPr>
          </a:lstStyle>
          <a:p xmlns:a="http://schemas.openxmlformats.org/drawingml/2006/main">
            <a:pPr>
              <a:defRPr sz="750" b="1">
                <a:solidFill>
                  <a:srgbClr val="9AA2AD"/>
                </a:solidFill>
              </a:defRPr>
            </a:pPr>
            <a:r>
              <a:rPr sz="750" b="1">
                <a:solidFill>
                  <a:srgbClr val="9AA2AD"/>
                </a:solidFill>
              </a:rPr>
              <a:t>EXATHON INDIA 2026  ·  KUSHAGRA GUPTA  ·  SYNTHETIC DATA</a:t>
            </a:r>
          </a:p>
        </p:txBody>
      </p:sp>
      <p:sp>
        <p:nvSpPr>
          <p:cNvPr id="6" name="">
            <a:extLst xmlns:a="http://schemas.openxmlformats.org/drawingml/2006/main">
              <a:ext uri="{FF2B5EF4-FFF2-40B4-BE49-F238E27FC236}">
                <a16:creationId xmlns:a16="http://schemas.microsoft.com/office/drawing/2014/main" id="{8C3CEF37-0245-4F48-8949-969F4A3A9E6E}"/>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01</a:t>
            </a:r>
          </a:p>
        </p:txBody>
      </p:sp>
    </p:spTree>
    <p:extLst>
      <p:ext uri="{BB962C8B-B14F-4D97-AF65-F5344CB8AC3E}">
        <p14:creationId xmlns:p14="http://schemas.microsoft.com/office/powerpoint/2010/main" val="1216845070"/>
      </p:ext>
    </p:extLst>
  </p:cSld>
</p:sld>
</file>

<file path=ppt/slides/slide2.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8D298C-4D6E-49D2-9130-B225995810F2}"/>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64EE33A0-802D-427E-AB14-D9E3433B42E1}"/>
              </a:ext>
            </a:extLst>
          </p:cNvPr>
          <p:cNvSpPr>
            <a:spLocks xmlns:a="http://schemas.openxmlformats.org/drawingml/2006/main" noGrp="1"/>
          </p:cNvSpPr>
          <p:nvPr/>
        </p:nvSpPr>
        <p:spPr>
          <a:xfrm xmlns:a="http://schemas.openxmlformats.org/drawingml/2006/main">
            <a:off x="609600" y="8001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1E8"/>
                </a:solidFill>
              </a:defRPr>
            </a:defPPr>
            <a:lvl1pPr>
              <a:defRPr sz="3150" b="1">
                <a:solidFill>
                  <a:srgbClr val="F6F1E8"/>
                </a:solidFill>
              </a:defRPr>
            </a:lvl1pPr>
            <a:lvl2pPr>
              <a:defRPr sz="3150" b="1">
                <a:solidFill>
                  <a:srgbClr val="F6F1E8"/>
                </a:solidFill>
              </a:defRPr>
            </a:lvl2pPr>
            <a:lvl3pPr>
              <a:defRPr sz="3150" b="1">
                <a:solidFill>
                  <a:srgbClr val="F6F1E8"/>
                </a:solidFill>
              </a:defRPr>
            </a:lvl3pPr>
            <a:lvl4pPr>
              <a:defRPr sz="3150" b="1">
                <a:solidFill>
                  <a:srgbClr val="F6F1E8"/>
                </a:solidFill>
              </a:defRPr>
            </a:lvl4pPr>
            <a:lvl5pPr>
              <a:defRPr sz="3150" b="1">
                <a:solidFill>
                  <a:srgbClr val="F6F1E8"/>
                </a:solidFill>
              </a:defRPr>
            </a:lvl5pPr>
            <a:lvl6pPr>
              <a:defRPr sz="3150" b="1">
                <a:solidFill>
                  <a:srgbClr val="F6F1E8"/>
                </a:solidFill>
              </a:defRPr>
            </a:lvl6pPr>
            <a:lvl7pPr>
              <a:defRPr sz="3150" b="1">
                <a:solidFill>
                  <a:srgbClr val="F6F1E8"/>
                </a:solidFill>
              </a:defRPr>
            </a:lvl7pPr>
            <a:lvl8pPr>
              <a:defRPr sz="3150" b="1">
                <a:solidFill>
                  <a:srgbClr val="F6F1E8"/>
                </a:solidFill>
              </a:defRPr>
            </a:lvl8pPr>
            <a:lvl9pPr>
              <a:defRPr sz="3150" b="1">
                <a:solidFill>
                  <a:srgbClr val="F6F1E8"/>
                </a:solidFill>
              </a:defRPr>
            </a:lvl9pPr>
          </a:lstStyle>
          <a:p xmlns:a="http://schemas.openxmlformats.org/drawingml/2006/main">
            <a:pPr>
              <a:defRPr sz="3150" b="1">
                <a:solidFill>
                  <a:srgbClr val="F6F1E8"/>
                </a:solidFill>
              </a:defRPr>
            </a:pPr>
            <a:r>
              <a:rPr sz="3150" b="1">
                <a:solidFill>
                  <a:srgbClr val="F6F1E8"/>
                </a:solidFill>
              </a:rPr>
              <a:t>Impact and the current gap</a:t>
            </a:r>
          </a:p>
        </p:txBody>
      </p:sp>
      <p:sp>
        <p:nvSpPr>
          <p:cNvPr id="3" name="">
            <a:extLst xmlns:a="http://schemas.openxmlformats.org/drawingml/2006/main">
              <a:ext uri="{FF2B5EF4-FFF2-40B4-BE49-F238E27FC236}">
                <a16:creationId xmlns:a16="http://schemas.microsoft.com/office/drawing/2014/main" id="{7B1C2E50-0F95-45E5-B72F-66E2CA7B0B17}"/>
              </a:ext>
            </a:extLst>
          </p:cNvPr>
          <p:cNvSpPr>
            <a:spLocks xmlns:a="http://schemas.openxmlformats.org/drawingml/2006/main" noGrp="1"/>
          </p:cNvSpPr>
          <p:nvPr/>
        </p:nvSpPr>
        <p:spPr>
          <a:xfrm xmlns:a="http://schemas.openxmlformats.org/drawingml/2006/main">
            <a:off x="609600" y="16954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9AA2AD"/>
                </a:solidFill>
              </a:defRPr>
            </a:defPPr>
            <a:lvl1pPr>
              <a:defRPr sz="1350" b="0">
                <a:solidFill>
                  <a:srgbClr val="9AA2AD"/>
                </a:solidFill>
              </a:defRPr>
            </a:lvl1pPr>
            <a:lvl2pPr>
              <a:defRPr sz="1350" b="0">
                <a:solidFill>
                  <a:srgbClr val="9AA2AD"/>
                </a:solidFill>
              </a:defRPr>
            </a:lvl2pPr>
            <a:lvl3pPr>
              <a:defRPr sz="1350" b="0">
                <a:solidFill>
                  <a:srgbClr val="9AA2AD"/>
                </a:solidFill>
              </a:defRPr>
            </a:lvl3pPr>
            <a:lvl4pPr>
              <a:defRPr sz="1350" b="0">
                <a:solidFill>
                  <a:srgbClr val="9AA2AD"/>
                </a:solidFill>
              </a:defRPr>
            </a:lvl4pPr>
            <a:lvl5pPr>
              <a:defRPr sz="1350" b="0">
                <a:solidFill>
                  <a:srgbClr val="9AA2AD"/>
                </a:solidFill>
              </a:defRPr>
            </a:lvl5pPr>
            <a:lvl6pPr>
              <a:defRPr sz="1350" b="0">
                <a:solidFill>
                  <a:srgbClr val="9AA2AD"/>
                </a:solidFill>
              </a:defRPr>
            </a:lvl6pPr>
            <a:lvl7pPr>
              <a:defRPr sz="1350" b="0">
                <a:solidFill>
                  <a:srgbClr val="9AA2AD"/>
                </a:solidFill>
              </a:defRPr>
            </a:lvl7pPr>
            <a:lvl8pPr>
              <a:defRPr sz="1350" b="0">
                <a:solidFill>
                  <a:srgbClr val="9AA2AD"/>
                </a:solidFill>
              </a:defRPr>
            </a:lvl8pPr>
            <a:lvl9pPr>
              <a:defRPr sz="1350" b="0">
                <a:solidFill>
                  <a:srgbClr val="9AA2AD"/>
                </a:solidFill>
              </a:defRPr>
            </a:lvl9pPr>
          </a:lstStyle>
          <a:p xmlns:a="http://schemas.openxmlformats.org/drawingml/2006/main">
            <a:pPr>
              <a:defRPr sz="1350" b="0">
                <a:solidFill>
                  <a:srgbClr val="9AA2AD"/>
                </a:solidFill>
              </a:defRPr>
            </a:pPr>
            <a:r>
              <a:rPr sz="1350" b="0">
                <a:solidFill>
                  <a:srgbClr val="9AA2AD"/>
                </a:solidFill>
              </a:rPr>
              <a:t>Today, officers must reconcile sources manually, even when physical and financial evidence disagree.</a:t>
            </a:r>
          </a:p>
        </p:txBody>
      </p:sp>
      <p:sp>
        <p:nvSpPr>
          <p:cNvPr id="4" name="">
            <a:extLst xmlns:a="http://schemas.openxmlformats.org/drawingml/2006/main">
              <a:ext uri="{FF2B5EF4-FFF2-40B4-BE49-F238E27FC236}">
                <a16:creationId xmlns:a16="http://schemas.microsoft.com/office/drawing/2014/main" id="{084E5E0B-F2D8-48CA-A9B8-7E1B69037E7E}"/>
              </a:ext>
            </a:extLst>
          </p:cNvPr>
          <p:cNvSpPr>
            <a:spLocks xmlns:a="http://schemas.openxmlformats.org/drawingml/2006/main" noGrp="1"/>
          </p:cNvSpPr>
          <p:nvPr/>
        </p:nvSpPr>
        <p:spPr>
          <a:xfrm xmlns:a="http://schemas.openxmlformats.org/drawingml/2006/main">
            <a:off x="609600" y="26670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E8418A"/>
                </a:solidFill>
              </a:defRPr>
            </a:defPPr>
            <a:lvl1pPr>
              <a:defRPr sz="1650" b="1">
                <a:solidFill>
                  <a:srgbClr val="E8418A"/>
                </a:solidFill>
              </a:defRPr>
            </a:lvl1pPr>
            <a:lvl2pPr>
              <a:defRPr sz="1650" b="1">
                <a:solidFill>
                  <a:srgbClr val="E8418A"/>
                </a:solidFill>
              </a:defRPr>
            </a:lvl2pPr>
            <a:lvl3pPr>
              <a:defRPr sz="1650" b="1">
                <a:solidFill>
                  <a:srgbClr val="E8418A"/>
                </a:solidFill>
              </a:defRPr>
            </a:lvl3pPr>
            <a:lvl4pPr>
              <a:defRPr sz="1650" b="1">
                <a:solidFill>
                  <a:srgbClr val="E8418A"/>
                </a:solidFill>
              </a:defRPr>
            </a:lvl4pPr>
            <a:lvl5pPr>
              <a:defRPr sz="1650" b="1">
                <a:solidFill>
                  <a:srgbClr val="E8418A"/>
                </a:solidFill>
              </a:defRPr>
            </a:lvl5pPr>
            <a:lvl6pPr>
              <a:defRPr sz="1650" b="1">
                <a:solidFill>
                  <a:srgbClr val="E8418A"/>
                </a:solidFill>
              </a:defRPr>
            </a:lvl6pPr>
            <a:lvl7pPr>
              <a:defRPr sz="1650" b="1">
                <a:solidFill>
                  <a:srgbClr val="E8418A"/>
                </a:solidFill>
              </a:defRPr>
            </a:lvl7pPr>
            <a:lvl8pPr>
              <a:defRPr sz="1650" b="1">
                <a:solidFill>
                  <a:srgbClr val="E8418A"/>
                </a:solidFill>
              </a:defRPr>
            </a:lvl8pPr>
            <a:lvl9pPr>
              <a:defRPr sz="1650" b="1">
                <a:solidFill>
                  <a:srgbClr val="E8418A"/>
                </a:solidFill>
              </a:defRPr>
            </a:lvl9pPr>
          </a:lstStyle>
          <a:p xmlns:a="http://schemas.openxmlformats.org/drawingml/2006/main">
            <a:pPr>
              <a:defRPr sz="1650" b="1">
                <a:solidFill>
                  <a:srgbClr val="E8418A"/>
                </a:solidFill>
              </a:defRPr>
            </a:pPr>
            <a:r>
              <a:rPr sz="1650" b="1">
                <a:solidFill>
                  <a:srgbClr val="E8418A"/>
                </a:solidFill>
              </a:rPr>
              <a:t>What exists today</a:t>
            </a:r>
          </a:p>
        </p:txBody>
      </p:sp>
      <p:sp>
        <p:nvSpPr>
          <p:cNvPr id="5" name="">
            <a:extLst xmlns:a="http://schemas.openxmlformats.org/drawingml/2006/main">
              <a:ext uri="{FF2B5EF4-FFF2-40B4-BE49-F238E27FC236}">
                <a16:creationId xmlns:a16="http://schemas.microsoft.com/office/drawing/2014/main" id="{BBFAD6D2-6750-4868-963D-1DC2072E4CD8}"/>
              </a:ext>
            </a:extLst>
          </p:cNvPr>
          <p:cNvSpPr>
            <a:spLocks xmlns:a="http://schemas.openxmlformats.org/drawingml/2006/main" noGrp="1"/>
          </p:cNvSpPr>
          <p:nvPr/>
        </p:nvSpPr>
        <p:spPr>
          <a:xfrm xmlns:a="http://schemas.openxmlformats.org/drawingml/2006/main">
            <a:off x="609600" y="3086100"/>
            <a:ext cx="419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6F1E8"/>
                </a:solidFill>
              </a:defRPr>
            </a:defPPr>
            <a:lvl1pPr>
              <a:defRPr sz="1350" b="0">
                <a:solidFill>
                  <a:srgbClr val="F6F1E8"/>
                </a:solidFill>
              </a:defRPr>
            </a:lvl1pPr>
            <a:lvl2pPr>
              <a:defRPr sz="1350" b="0">
                <a:solidFill>
                  <a:srgbClr val="F6F1E8"/>
                </a:solidFill>
              </a:defRPr>
            </a:lvl2pPr>
            <a:lvl3pPr>
              <a:defRPr sz="1350" b="0">
                <a:solidFill>
                  <a:srgbClr val="F6F1E8"/>
                </a:solidFill>
              </a:defRPr>
            </a:lvl3pPr>
            <a:lvl4pPr>
              <a:defRPr sz="1350" b="0">
                <a:solidFill>
                  <a:srgbClr val="F6F1E8"/>
                </a:solidFill>
              </a:defRPr>
            </a:lvl4pPr>
            <a:lvl5pPr>
              <a:defRPr sz="1350" b="0">
                <a:solidFill>
                  <a:srgbClr val="F6F1E8"/>
                </a:solidFill>
              </a:defRPr>
            </a:lvl5pPr>
            <a:lvl6pPr>
              <a:defRPr sz="1350" b="0">
                <a:solidFill>
                  <a:srgbClr val="F6F1E8"/>
                </a:solidFill>
              </a:defRPr>
            </a:lvl6pPr>
            <a:lvl7pPr>
              <a:defRPr sz="1350" b="0">
                <a:solidFill>
                  <a:srgbClr val="F6F1E8"/>
                </a:solidFill>
              </a:defRPr>
            </a:lvl7pPr>
            <a:lvl8pPr>
              <a:defRPr sz="1350" b="0">
                <a:solidFill>
                  <a:srgbClr val="F6F1E8"/>
                </a:solidFill>
              </a:defRPr>
            </a:lvl8pPr>
            <a:lvl9pPr>
              <a:defRPr sz="1350" b="0">
                <a:solidFill>
                  <a:srgbClr val="F6F1E8"/>
                </a:solidFill>
              </a:defRPr>
            </a:lvl9pPr>
          </a:lstStyle>
          <a:p xmlns:a="http://schemas.openxmlformats.org/drawingml/2006/main">
            <a:pPr>
              <a:defRPr sz="1350" b="0">
                <a:solidFill>
                  <a:srgbClr val="F6F1E8"/>
                </a:solidFill>
              </a:defRPr>
            </a:pPr>
            <a:r>
              <a:rPr sz="1350" b="0">
                <a:solidFill>
                  <a:srgbClr val="F6F1E8"/>
                </a:solidFill>
              </a:rPr>
              <a:t>Invoice matching finds inconsistencies inside the tax system. It does not reconcile declarations with independent operational evidence.</a:t>
            </a:r>
          </a:p>
        </p:txBody>
      </p:sp>
      <p:sp>
        <p:nvSpPr>
          <p:cNvPr id="6" name="">
            <a:extLst xmlns:a="http://schemas.openxmlformats.org/drawingml/2006/main">
              <a:ext uri="{FF2B5EF4-FFF2-40B4-BE49-F238E27FC236}">
                <a16:creationId xmlns:a16="http://schemas.microsoft.com/office/drawing/2014/main" id="{DF598F44-26F9-402D-8938-4206FF5987F1}"/>
              </a:ext>
            </a:extLst>
          </p:cNvPr>
          <p:cNvSpPr>
            <a:spLocks xmlns:a="http://schemas.openxmlformats.org/drawingml/2006/main" noGrp="1"/>
          </p:cNvSpPr>
          <p:nvPr/>
        </p:nvSpPr>
        <p:spPr>
          <a:xfrm xmlns:a="http://schemas.openxmlformats.org/drawingml/2006/main">
            <a:off x="6286500" y="2667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B7D660"/>
                </a:solidFill>
              </a:defRPr>
            </a:defPPr>
            <a:lvl1pPr>
              <a:defRPr sz="1650" b="1">
                <a:solidFill>
                  <a:srgbClr val="B7D660"/>
                </a:solidFill>
              </a:defRPr>
            </a:lvl1pPr>
            <a:lvl2pPr>
              <a:defRPr sz="1650" b="1">
                <a:solidFill>
                  <a:srgbClr val="B7D660"/>
                </a:solidFill>
              </a:defRPr>
            </a:lvl2pPr>
            <a:lvl3pPr>
              <a:defRPr sz="1650" b="1">
                <a:solidFill>
                  <a:srgbClr val="B7D660"/>
                </a:solidFill>
              </a:defRPr>
            </a:lvl3pPr>
            <a:lvl4pPr>
              <a:defRPr sz="1650" b="1">
                <a:solidFill>
                  <a:srgbClr val="B7D660"/>
                </a:solidFill>
              </a:defRPr>
            </a:lvl4pPr>
            <a:lvl5pPr>
              <a:defRPr sz="1650" b="1">
                <a:solidFill>
                  <a:srgbClr val="B7D660"/>
                </a:solidFill>
              </a:defRPr>
            </a:lvl5pPr>
            <a:lvl6pPr>
              <a:defRPr sz="1650" b="1">
                <a:solidFill>
                  <a:srgbClr val="B7D660"/>
                </a:solidFill>
              </a:defRPr>
            </a:lvl6pPr>
            <a:lvl7pPr>
              <a:defRPr sz="1650" b="1">
                <a:solidFill>
                  <a:srgbClr val="B7D660"/>
                </a:solidFill>
              </a:defRPr>
            </a:lvl7pPr>
            <a:lvl8pPr>
              <a:defRPr sz="1650" b="1">
                <a:solidFill>
                  <a:srgbClr val="B7D660"/>
                </a:solidFill>
              </a:defRPr>
            </a:lvl8pPr>
            <a:lvl9pPr>
              <a:defRPr sz="1650" b="1">
                <a:solidFill>
                  <a:srgbClr val="B7D660"/>
                </a:solidFill>
              </a:defRPr>
            </a:lvl9pPr>
          </a:lstStyle>
          <a:p xmlns:a="http://schemas.openxmlformats.org/drawingml/2006/main">
            <a:pPr>
              <a:defRPr sz="1650" b="1">
                <a:solidFill>
                  <a:srgbClr val="B7D660"/>
                </a:solidFill>
              </a:defRPr>
            </a:pPr>
            <a:r>
              <a:rPr sz="1650" b="1">
                <a:solidFill>
                  <a:srgbClr val="B7D660"/>
                </a:solidFill>
              </a:rPr>
              <a:t>What this project adds</a:t>
            </a:r>
          </a:p>
        </p:txBody>
      </p:sp>
      <p:sp>
        <p:nvSpPr>
          <p:cNvPr id="7" name="">
            <a:extLst xmlns:a="http://schemas.openxmlformats.org/drawingml/2006/main">
              <a:ext uri="{FF2B5EF4-FFF2-40B4-BE49-F238E27FC236}">
                <a16:creationId xmlns:a16="http://schemas.microsoft.com/office/drawing/2014/main" id="{80E0C891-3B2C-4B6F-ABAB-F9380C6485B2}"/>
              </a:ext>
            </a:extLst>
          </p:cNvPr>
          <p:cNvSpPr>
            <a:spLocks xmlns:a="http://schemas.openxmlformats.org/drawingml/2006/main" noGrp="1"/>
          </p:cNvSpPr>
          <p:nvPr/>
        </p:nvSpPr>
        <p:spPr>
          <a:xfrm xmlns:a="http://schemas.openxmlformats.org/drawingml/2006/main">
            <a:off x="6286500" y="3086100"/>
            <a:ext cx="419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6F1E8"/>
                </a:solidFill>
              </a:defRPr>
            </a:defPPr>
            <a:lvl1pPr>
              <a:defRPr sz="1350" b="0">
                <a:solidFill>
                  <a:srgbClr val="F6F1E8"/>
                </a:solidFill>
              </a:defRPr>
            </a:lvl1pPr>
            <a:lvl2pPr>
              <a:defRPr sz="1350" b="0">
                <a:solidFill>
                  <a:srgbClr val="F6F1E8"/>
                </a:solidFill>
              </a:defRPr>
            </a:lvl2pPr>
            <a:lvl3pPr>
              <a:defRPr sz="1350" b="0">
                <a:solidFill>
                  <a:srgbClr val="F6F1E8"/>
                </a:solidFill>
              </a:defRPr>
            </a:lvl3pPr>
            <a:lvl4pPr>
              <a:defRPr sz="1350" b="0">
                <a:solidFill>
                  <a:srgbClr val="F6F1E8"/>
                </a:solidFill>
              </a:defRPr>
            </a:lvl4pPr>
            <a:lvl5pPr>
              <a:defRPr sz="1350" b="0">
                <a:solidFill>
                  <a:srgbClr val="F6F1E8"/>
                </a:solidFill>
              </a:defRPr>
            </a:lvl5pPr>
            <a:lvl6pPr>
              <a:defRPr sz="1350" b="0">
                <a:solidFill>
                  <a:srgbClr val="F6F1E8"/>
                </a:solidFill>
              </a:defRPr>
            </a:lvl6pPr>
            <a:lvl7pPr>
              <a:defRPr sz="1350" b="0">
                <a:solidFill>
                  <a:srgbClr val="F6F1E8"/>
                </a:solidFill>
              </a:defRPr>
            </a:lvl7pPr>
            <a:lvl8pPr>
              <a:defRPr sz="1350" b="0">
                <a:solidFill>
                  <a:srgbClr val="F6F1E8"/>
                </a:solidFill>
              </a:defRPr>
            </a:lvl8pPr>
            <a:lvl9pPr>
              <a:defRPr sz="1350" b="0">
                <a:solidFill>
                  <a:srgbClr val="F6F1E8"/>
                </a:solidFill>
              </a:defRPr>
            </a:lvl9pPr>
          </a:lstStyle>
          <a:p xmlns:a="http://schemas.openxmlformats.org/drawingml/2006/main">
            <a:pPr>
              <a:defRPr sz="1350" b="0">
                <a:solidFill>
                  <a:srgbClr val="F6F1E8"/>
                </a:solidFill>
              </a:defRPr>
            </a:pPr>
            <a:r>
              <a:rPr sz="1350" b="0">
                <a:solidFill>
                  <a:srgbClr val="F6F1E8"/>
                </a:solidFill>
              </a:rPr>
              <a:t>It puts production, movement, supplier and bank evidence on one factory-month record, with the evidence rows visible to the reviewer.</a:t>
            </a:r>
          </a:p>
        </p:txBody>
      </p:sp>
      <p:sp>
        <p:nvSpPr>
          <p:cNvPr id="8" name="">
            <a:extLst xmlns:a="http://schemas.openxmlformats.org/drawingml/2006/main">
              <a:ext uri="{FF2B5EF4-FFF2-40B4-BE49-F238E27FC236}">
                <a16:creationId xmlns:a16="http://schemas.microsoft.com/office/drawing/2014/main" id="{FDFB3744-DB80-4B53-82DC-A2A8E9CF8625}"/>
              </a:ext>
            </a:extLst>
          </p:cNvPr>
          <p:cNvSpPr>
            <a:spLocks xmlns:a="http://schemas.openxmlformats.org/drawingml/2006/main" noGrp="1"/>
          </p:cNvSpPr>
          <p:nvPr/>
        </p:nvSpPr>
        <p:spPr>
          <a:xfrm xmlns:a="http://schemas.openxmlformats.org/drawingml/2006/main">
            <a:off x="609600" y="49530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9AA2AD"/>
                </a:solidFill>
              </a:defRPr>
            </a:defPPr>
            <a:lvl1pPr>
              <a:defRPr sz="1350" b="1">
                <a:solidFill>
                  <a:srgbClr val="9AA2AD"/>
                </a:solidFill>
              </a:defRPr>
            </a:lvl1pPr>
            <a:lvl2pPr>
              <a:defRPr sz="1350" b="1">
                <a:solidFill>
                  <a:srgbClr val="9AA2AD"/>
                </a:solidFill>
              </a:defRPr>
            </a:lvl2pPr>
            <a:lvl3pPr>
              <a:defRPr sz="1350" b="1">
                <a:solidFill>
                  <a:srgbClr val="9AA2AD"/>
                </a:solidFill>
              </a:defRPr>
            </a:lvl3pPr>
            <a:lvl4pPr>
              <a:defRPr sz="1350" b="1">
                <a:solidFill>
                  <a:srgbClr val="9AA2AD"/>
                </a:solidFill>
              </a:defRPr>
            </a:lvl4pPr>
            <a:lvl5pPr>
              <a:defRPr sz="1350" b="1">
                <a:solidFill>
                  <a:srgbClr val="9AA2AD"/>
                </a:solidFill>
              </a:defRPr>
            </a:lvl5pPr>
            <a:lvl6pPr>
              <a:defRPr sz="1350" b="1">
                <a:solidFill>
                  <a:srgbClr val="9AA2AD"/>
                </a:solidFill>
              </a:defRPr>
            </a:lvl6pPr>
            <a:lvl7pPr>
              <a:defRPr sz="1350" b="1">
                <a:solidFill>
                  <a:srgbClr val="9AA2AD"/>
                </a:solidFill>
              </a:defRPr>
            </a:lvl7pPr>
            <a:lvl8pPr>
              <a:defRPr sz="1350" b="1">
                <a:solidFill>
                  <a:srgbClr val="9AA2AD"/>
                </a:solidFill>
              </a:defRPr>
            </a:lvl8pPr>
            <a:lvl9pPr>
              <a:defRPr sz="1350" b="1">
                <a:solidFill>
                  <a:srgbClr val="9AA2AD"/>
                </a:solidFill>
              </a:defRPr>
            </a:lvl9pPr>
          </a:lstStyle>
          <a:p xmlns:a="http://schemas.openxmlformats.org/drawingml/2006/main">
            <a:pPr>
              <a:defRPr sz="1350" b="1">
                <a:solidFill>
                  <a:srgbClr val="9AA2AD"/>
                </a:solidFill>
              </a:defRPr>
            </a:pPr>
            <a:r>
              <a:rPr sz="1350" b="1">
                <a:solidFill>
                  <a:srgbClr val="9AA2AD"/>
                </a:solidFill>
              </a:rPr>
              <a:t>Why it matters</a:t>
            </a:r>
          </a:p>
        </p:txBody>
      </p:sp>
      <p:sp>
        <p:nvSpPr>
          <p:cNvPr id="9" name="">
            <a:extLst xmlns:a="http://schemas.openxmlformats.org/drawingml/2006/main">
              <a:ext uri="{FF2B5EF4-FFF2-40B4-BE49-F238E27FC236}">
                <a16:creationId xmlns:a16="http://schemas.microsoft.com/office/drawing/2014/main" id="{ED6F8A7F-3830-429F-B377-19CC98F5535A}"/>
              </a:ext>
            </a:extLst>
          </p:cNvPr>
          <p:cNvSpPr>
            <a:spLocks xmlns:a="http://schemas.openxmlformats.org/drawingml/2006/main" noGrp="1"/>
          </p:cNvSpPr>
          <p:nvPr/>
        </p:nvSpPr>
        <p:spPr>
          <a:xfrm xmlns:a="http://schemas.openxmlformats.org/drawingml/2006/main">
            <a:off x="609600" y="5286375"/>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F6F1E8"/>
                </a:solidFill>
              </a:defRPr>
            </a:defPPr>
            <a:lvl1pPr>
              <a:defRPr sz="1500" b="0">
                <a:solidFill>
                  <a:srgbClr val="F6F1E8"/>
                </a:solidFill>
              </a:defRPr>
            </a:lvl1pPr>
            <a:lvl2pPr>
              <a:defRPr sz="1500" b="0">
                <a:solidFill>
                  <a:srgbClr val="F6F1E8"/>
                </a:solidFill>
              </a:defRPr>
            </a:lvl2pPr>
            <a:lvl3pPr>
              <a:defRPr sz="1500" b="0">
                <a:solidFill>
                  <a:srgbClr val="F6F1E8"/>
                </a:solidFill>
              </a:defRPr>
            </a:lvl3pPr>
            <a:lvl4pPr>
              <a:defRPr sz="1500" b="0">
                <a:solidFill>
                  <a:srgbClr val="F6F1E8"/>
                </a:solidFill>
              </a:defRPr>
            </a:lvl4pPr>
            <a:lvl5pPr>
              <a:defRPr sz="1500" b="0">
                <a:solidFill>
                  <a:srgbClr val="F6F1E8"/>
                </a:solidFill>
              </a:defRPr>
            </a:lvl5pPr>
            <a:lvl6pPr>
              <a:defRPr sz="1500" b="0">
                <a:solidFill>
                  <a:srgbClr val="F6F1E8"/>
                </a:solidFill>
              </a:defRPr>
            </a:lvl6pPr>
            <a:lvl7pPr>
              <a:defRPr sz="1500" b="0">
                <a:solidFill>
                  <a:srgbClr val="F6F1E8"/>
                </a:solidFill>
              </a:defRPr>
            </a:lvl7pPr>
            <a:lvl8pPr>
              <a:defRPr sz="1500" b="0">
                <a:solidFill>
                  <a:srgbClr val="F6F1E8"/>
                </a:solidFill>
              </a:defRPr>
            </a:lvl8pPr>
            <a:lvl9pPr>
              <a:defRPr sz="1500" b="0">
                <a:solidFill>
                  <a:srgbClr val="F6F1E8"/>
                </a:solidFill>
              </a:defRPr>
            </a:lvl9pPr>
          </a:lstStyle>
          <a:p xmlns:a="http://schemas.openxmlformats.org/drawingml/2006/main">
            <a:pPr>
              <a:defRPr sz="1500" b="0">
                <a:solidFill>
                  <a:srgbClr val="F6F1E8"/>
                </a:solidFill>
              </a:defRPr>
            </a:pPr>
            <a:r>
              <a:rPr sz="1500" b="0">
                <a:solidFill>
                  <a:srgbClr val="F6F1E8"/>
                </a:solidFill>
              </a:rPr>
              <a:t>Prioritise specific contradictions and preserve an explanation for honest operational changes.</a:t>
            </a:r>
          </a:p>
        </p:txBody>
      </p:sp>
      <p:sp>
        <p:nvSpPr>
          <p:cNvPr id="10" name="">
            <a:extLst xmlns:a="http://schemas.openxmlformats.org/drawingml/2006/main">
              <a:ext uri="{FF2B5EF4-FFF2-40B4-BE49-F238E27FC236}">
                <a16:creationId xmlns:a16="http://schemas.microsoft.com/office/drawing/2014/main" id="{F223966D-F498-4FCD-B245-B507F8D89FD7}"/>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defRPr sz="750" b="1">
                <a:solidFill>
                  <a:srgbClr val="9AA2AD"/>
                </a:solidFill>
              </a:defRPr>
            </a:lvl1pPr>
            <a:lvl2pPr>
              <a:defRPr sz="750" b="1">
                <a:solidFill>
                  <a:srgbClr val="9AA2AD"/>
                </a:solidFill>
              </a:defRPr>
            </a:lvl2pPr>
            <a:lvl3pPr>
              <a:defRPr sz="750" b="1">
                <a:solidFill>
                  <a:srgbClr val="9AA2AD"/>
                </a:solidFill>
              </a:defRPr>
            </a:lvl3pPr>
            <a:lvl4pPr>
              <a:defRPr sz="750" b="1">
                <a:solidFill>
                  <a:srgbClr val="9AA2AD"/>
                </a:solidFill>
              </a:defRPr>
            </a:lvl4pPr>
            <a:lvl5pPr>
              <a:defRPr sz="750" b="1">
                <a:solidFill>
                  <a:srgbClr val="9AA2AD"/>
                </a:solidFill>
              </a:defRPr>
            </a:lvl5pPr>
            <a:lvl6pPr>
              <a:defRPr sz="750" b="1">
                <a:solidFill>
                  <a:srgbClr val="9AA2AD"/>
                </a:solidFill>
              </a:defRPr>
            </a:lvl6pPr>
            <a:lvl7pPr>
              <a:defRPr sz="750" b="1">
                <a:solidFill>
                  <a:srgbClr val="9AA2AD"/>
                </a:solidFill>
              </a:defRPr>
            </a:lvl7pPr>
            <a:lvl8pPr>
              <a:defRPr sz="750" b="1">
                <a:solidFill>
                  <a:srgbClr val="9AA2AD"/>
                </a:solidFill>
              </a:defRPr>
            </a:lvl8pPr>
            <a:lvl9pPr>
              <a:defRPr sz="750" b="1">
                <a:solidFill>
                  <a:srgbClr val="9AA2AD"/>
                </a:solidFill>
              </a:defRPr>
            </a:lvl9pPr>
          </a:lstStyle>
          <a:p xmlns:a="http://schemas.openxmlformats.org/drawingml/2006/main">
            <a:pPr>
              <a:defRPr sz="750" b="1">
                <a:solidFill>
                  <a:srgbClr val="9AA2AD"/>
                </a:solidFill>
              </a:defRPr>
            </a:pPr>
            <a:r>
              <a:rPr sz="750" b="1">
                <a:solidFill>
                  <a:srgbClr val="9AA2AD"/>
                </a:solidFill>
              </a:rPr>
              <a:t>EXATHON INDIA 2026  ·  KUSHAGRA GUPTA  ·  SYNTHETIC DATA</a:t>
            </a:r>
          </a:p>
        </p:txBody>
      </p:sp>
      <p:sp>
        <p:nvSpPr>
          <p:cNvPr id="11" name="">
            <a:extLst xmlns:a="http://schemas.openxmlformats.org/drawingml/2006/main">
              <a:ext uri="{FF2B5EF4-FFF2-40B4-BE49-F238E27FC236}">
                <a16:creationId xmlns:a16="http://schemas.microsoft.com/office/drawing/2014/main" id="{05D5CF89-90A1-4774-A49C-9987CC8EFB49}"/>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02</a:t>
            </a:r>
          </a:p>
        </p:txBody>
      </p:sp>
    </p:spTree>
    <p:extLst>
      <p:ext uri="{BB962C8B-B14F-4D97-AF65-F5344CB8AC3E}">
        <p14:creationId xmlns:p14="http://schemas.microsoft.com/office/powerpoint/2010/main" val="1191265293"/>
      </p:ext>
    </p:extLst>
  </p:cSld>
</p:sld>
</file>

<file path=ppt/slides/slide3.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6A0EC8C-C047-4D37-89AA-1D6507ED7F18}"/>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D2DD1DD0-0AF6-4E06-B464-7C1B3A24611E}"/>
              </a:ext>
            </a:extLst>
          </p:cNvPr>
          <p:cNvSpPr>
            <a:spLocks xmlns:a="http://schemas.openxmlformats.org/drawingml/2006/main" noGrp="1"/>
          </p:cNvSpPr>
          <p:nvPr/>
        </p:nvSpPr>
        <p:spPr>
          <a:xfrm xmlns:a="http://schemas.openxmlformats.org/drawingml/2006/main">
            <a:off x="609600" y="8001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1E8"/>
                </a:solidFill>
              </a:defRPr>
            </a:defPPr>
            <a:lvl1pPr>
              <a:defRPr sz="3150" b="1">
                <a:solidFill>
                  <a:srgbClr val="F6F1E8"/>
                </a:solidFill>
              </a:defRPr>
            </a:lvl1pPr>
            <a:lvl2pPr>
              <a:defRPr sz="3150" b="1">
                <a:solidFill>
                  <a:srgbClr val="F6F1E8"/>
                </a:solidFill>
              </a:defRPr>
            </a:lvl2pPr>
            <a:lvl3pPr>
              <a:defRPr sz="3150" b="1">
                <a:solidFill>
                  <a:srgbClr val="F6F1E8"/>
                </a:solidFill>
              </a:defRPr>
            </a:lvl3pPr>
            <a:lvl4pPr>
              <a:defRPr sz="3150" b="1">
                <a:solidFill>
                  <a:srgbClr val="F6F1E8"/>
                </a:solidFill>
              </a:defRPr>
            </a:lvl4pPr>
            <a:lvl5pPr>
              <a:defRPr sz="3150" b="1">
                <a:solidFill>
                  <a:srgbClr val="F6F1E8"/>
                </a:solidFill>
              </a:defRPr>
            </a:lvl5pPr>
            <a:lvl6pPr>
              <a:defRPr sz="3150" b="1">
                <a:solidFill>
                  <a:srgbClr val="F6F1E8"/>
                </a:solidFill>
              </a:defRPr>
            </a:lvl6pPr>
            <a:lvl7pPr>
              <a:defRPr sz="3150" b="1">
                <a:solidFill>
                  <a:srgbClr val="F6F1E8"/>
                </a:solidFill>
              </a:defRPr>
            </a:lvl7pPr>
            <a:lvl8pPr>
              <a:defRPr sz="3150" b="1">
                <a:solidFill>
                  <a:srgbClr val="F6F1E8"/>
                </a:solidFill>
              </a:defRPr>
            </a:lvl8pPr>
            <a:lvl9pPr>
              <a:defRPr sz="3150" b="1">
                <a:solidFill>
                  <a:srgbClr val="F6F1E8"/>
                </a:solidFill>
              </a:defRPr>
            </a:lvl9pPr>
          </a:lstStyle>
          <a:p xmlns:a="http://schemas.openxmlformats.org/drawingml/2006/main">
            <a:pPr>
              <a:defRPr sz="3150" b="1">
                <a:solidFill>
                  <a:srgbClr val="F6F1E8"/>
                </a:solidFill>
              </a:defRPr>
            </a:pPr>
            <a:r>
              <a:rPr sz="3150" b="1">
                <a:solidFill>
                  <a:srgbClr val="F6F1E8"/>
                </a:solidFill>
              </a:rPr>
              <a:t>Method and the two-signal rule</a:t>
            </a:r>
          </a:p>
        </p:txBody>
      </p:sp>
      <p:sp>
        <p:nvSpPr>
          <p:cNvPr id="3" name="">
            <a:extLst xmlns:a="http://schemas.openxmlformats.org/drawingml/2006/main">
              <a:ext uri="{FF2B5EF4-FFF2-40B4-BE49-F238E27FC236}">
                <a16:creationId xmlns:a16="http://schemas.microsoft.com/office/drawing/2014/main" id="{B6F29AEC-895F-4F07-B74E-8F77062C2735}"/>
              </a:ext>
            </a:extLst>
          </p:cNvPr>
          <p:cNvSpPr>
            <a:spLocks xmlns:a="http://schemas.openxmlformats.org/drawingml/2006/main" noGrp="1"/>
          </p:cNvSpPr>
          <p:nvPr/>
        </p:nvSpPr>
        <p:spPr>
          <a:xfrm xmlns:a="http://schemas.openxmlformats.org/drawingml/2006/main">
            <a:off x="609600" y="16954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9AA2AD"/>
                </a:solidFill>
              </a:defRPr>
            </a:defPPr>
            <a:lvl1pPr>
              <a:defRPr sz="1350" b="0">
                <a:solidFill>
                  <a:srgbClr val="9AA2AD"/>
                </a:solidFill>
              </a:defRPr>
            </a:lvl1pPr>
            <a:lvl2pPr>
              <a:defRPr sz="1350" b="0">
                <a:solidFill>
                  <a:srgbClr val="9AA2AD"/>
                </a:solidFill>
              </a:defRPr>
            </a:lvl2pPr>
            <a:lvl3pPr>
              <a:defRPr sz="1350" b="0">
                <a:solidFill>
                  <a:srgbClr val="9AA2AD"/>
                </a:solidFill>
              </a:defRPr>
            </a:lvl3pPr>
            <a:lvl4pPr>
              <a:defRPr sz="1350" b="0">
                <a:solidFill>
                  <a:srgbClr val="9AA2AD"/>
                </a:solidFill>
              </a:defRPr>
            </a:lvl4pPr>
            <a:lvl5pPr>
              <a:defRPr sz="1350" b="0">
                <a:solidFill>
                  <a:srgbClr val="9AA2AD"/>
                </a:solidFill>
              </a:defRPr>
            </a:lvl5pPr>
            <a:lvl6pPr>
              <a:defRPr sz="1350" b="0">
                <a:solidFill>
                  <a:srgbClr val="9AA2AD"/>
                </a:solidFill>
              </a:defRPr>
            </a:lvl6pPr>
            <a:lvl7pPr>
              <a:defRPr sz="1350" b="0">
                <a:solidFill>
                  <a:srgbClr val="9AA2AD"/>
                </a:solidFill>
              </a:defRPr>
            </a:lvl7pPr>
            <a:lvl8pPr>
              <a:defRPr sz="1350" b="0">
                <a:solidFill>
                  <a:srgbClr val="9AA2AD"/>
                </a:solidFill>
              </a:defRPr>
            </a:lvl8pPr>
            <a:lvl9pPr>
              <a:defRPr sz="1350" b="0">
                <a:solidFill>
                  <a:srgbClr val="9AA2AD"/>
                </a:solidFill>
              </a:defRPr>
            </a:lvl9pPr>
          </a:lstStyle>
          <a:p xmlns:a="http://schemas.openxmlformats.org/drawingml/2006/main">
            <a:pPr>
              <a:defRPr sz="1350" b="0">
                <a:solidFill>
                  <a:srgbClr val="9AA2AD"/>
                </a:solidFill>
              </a:defRPr>
            </a:pPr>
            <a:r>
              <a:rPr sz="1350" b="0">
                <a:solidFill>
                  <a:srgbClr val="9AA2AD"/>
                </a:solidFill>
              </a:rPr>
              <a:t>Four SQL conservation checks run in Exasol Personal. The LLM writes notes only after SQL has selected a case.</a:t>
            </a:r>
          </a:p>
        </p:txBody>
      </p:sp>
      <p:sp>
        <p:nvSpPr>
          <p:cNvPr id="4" name="">
            <a:extLst xmlns:a="http://schemas.openxmlformats.org/drawingml/2006/main">
              <a:ext uri="{FF2B5EF4-FFF2-40B4-BE49-F238E27FC236}">
                <a16:creationId xmlns:a16="http://schemas.microsoft.com/office/drawing/2014/main" id="{46CF3CC6-DC01-4DBC-A3C8-51AC687CC9D8}"/>
              </a:ext>
            </a:extLst>
          </p:cNvPr>
          <p:cNvSpPr>
            <a:spLocks xmlns:a="http://schemas.openxmlformats.org/drawingml/2006/main" noGrp="1"/>
          </p:cNvSpPr>
          <p:nvPr/>
        </p:nvSpPr>
        <p:spPr>
          <a:xfrm xmlns:a="http://schemas.openxmlformats.org/drawingml/2006/main">
            <a:off x="609600" y="2571750"/>
            <a:ext cx="2400300" cy="200025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5" name="">
            <a:extLst xmlns:a="http://schemas.openxmlformats.org/drawingml/2006/main">
              <a:ext uri="{FF2B5EF4-FFF2-40B4-BE49-F238E27FC236}">
                <a16:creationId xmlns:a16="http://schemas.microsoft.com/office/drawing/2014/main" id="{142F3994-DB75-4544-9749-C44736700624}"/>
              </a:ext>
            </a:extLst>
          </p:cNvPr>
          <p:cNvSpPr>
            <a:spLocks xmlns:a="http://schemas.openxmlformats.org/drawingml/2006/main" noGrp="1"/>
          </p:cNvSpPr>
          <p:nvPr/>
        </p:nvSpPr>
        <p:spPr>
          <a:xfrm xmlns:a="http://schemas.openxmlformats.org/drawingml/2006/main">
            <a:off x="78105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E8418A"/>
                </a:solidFill>
              </a:defRPr>
            </a:defPPr>
            <a:lvl1pPr>
              <a:defRPr sz="1050" b="1">
                <a:solidFill>
                  <a:srgbClr val="E8418A"/>
                </a:solidFill>
              </a:defRPr>
            </a:lvl1pPr>
            <a:lvl2pPr>
              <a:defRPr sz="1050" b="1">
                <a:solidFill>
                  <a:srgbClr val="E8418A"/>
                </a:solidFill>
              </a:defRPr>
            </a:lvl2pPr>
            <a:lvl3pPr>
              <a:defRPr sz="1050" b="1">
                <a:solidFill>
                  <a:srgbClr val="E8418A"/>
                </a:solidFill>
              </a:defRPr>
            </a:lvl3pPr>
            <a:lvl4pPr>
              <a:defRPr sz="1050" b="1">
                <a:solidFill>
                  <a:srgbClr val="E8418A"/>
                </a:solidFill>
              </a:defRPr>
            </a:lvl4pPr>
            <a:lvl5pPr>
              <a:defRPr sz="1050" b="1">
                <a:solidFill>
                  <a:srgbClr val="E8418A"/>
                </a:solidFill>
              </a:defRPr>
            </a:lvl5pPr>
            <a:lvl6pPr>
              <a:defRPr sz="1050" b="1">
                <a:solidFill>
                  <a:srgbClr val="E8418A"/>
                </a:solidFill>
              </a:defRPr>
            </a:lvl6pPr>
            <a:lvl7pPr>
              <a:defRPr sz="1050" b="1">
                <a:solidFill>
                  <a:srgbClr val="E8418A"/>
                </a:solidFill>
              </a:defRPr>
            </a:lvl7pPr>
            <a:lvl8pPr>
              <a:defRPr sz="1050" b="1">
                <a:solidFill>
                  <a:srgbClr val="E8418A"/>
                </a:solidFill>
              </a:defRPr>
            </a:lvl8pPr>
            <a:lvl9pPr>
              <a:defRPr sz="1050" b="1">
                <a:solidFill>
                  <a:srgbClr val="E8418A"/>
                </a:solidFill>
              </a:defRPr>
            </a:lvl9pPr>
          </a:lstStyle>
          <a:p xmlns:a="http://schemas.openxmlformats.org/drawingml/2006/main">
            <a:pPr>
              <a:defRPr sz="1050" b="1">
                <a:solidFill>
                  <a:srgbClr val="E8418A"/>
                </a:solidFill>
              </a:defRPr>
            </a:pPr>
            <a:r>
              <a:rPr sz="1050" b="1">
                <a:solidFill>
                  <a:srgbClr val="E8418A"/>
                </a:solidFill>
              </a:rPr>
              <a:t>01</a:t>
            </a:r>
          </a:p>
        </p:txBody>
      </p:sp>
      <p:sp>
        <p:nvSpPr>
          <p:cNvPr id="6" name="">
            <a:extLst xmlns:a="http://schemas.openxmlformats.org/drawingml/2006/main">
              <a:ext uri="{FF2B5EF4-FFF2-40B4-BE49-F238E27FC236}">
                <a16:creationId xmlns:a16="http://schemas.microsoft.com/office/drawing/2014/main" id="{0D5A8F6E-000F-4B35-8DB5-56729AE9A5CC}"/>
              </a:ext>
            </a:extLst>
          </p:cNvPr>
          <p:cNvSpPr>
            <a:spLocks xmlns:a="http://schemas.openxmlformats.org/drawingml/2006/main" noGrp="1"/>
          </p:cNvSpPr>
          <p:nvPr/>
        </p:nvSpPr>
        <p:spPr>
          <a:xfrm xmlns:a="http://schemas.openxmlformats.org/drawingml/2006/main">
            <a:off x="781050" y="3181350"/>
            <a:ext cx="204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6F1E8"/>
                </a:solidFill>
              </a:defRPr>
            </a:defPPr>
            <a:lvl1pPr>
              <a:defRPr sz="1650" b="1">
                <a:solidFill>
                  <a:srgbClr val="F6F1E8"/>
                </a:solidFill>
              </a:defRPr>
            </a:lvl1pPr>
            <a:lvl2pPr>
              <a:defRPr sz="1650" b="1">
                <a:solidFill>
                  <a:srgbClr val="F6F1E8"/>
                </a:solidFill>
              </a:defRPr>
            </a:lvl2pPr>
            <a:lvl3pPr>
              <a:defRPr sz="1650" b="1">
                <a:solidFill>
                  <a:srgbClr val="F6F1E8"/>
                </a:solidFill>
              </a:defRPr>
            </a:lvl3pPr>
            <a:lvl4pPr>
              <a:defRPr sz="1650" b="1">
                <a:solidFill>
                  <a:srgbClr val="F6F1E8"/>
                </a:solidFill>
              </a:defRPr>
            </a:lvl4pPr>
            <a:lvl5pPr>
              <a:defRPr sz="1650" b="1">
                <a:solidFill>
                  <a:srgbClr val="F6F1E8"/>
                </a:solidFill>
              </a:defRPr>
            </a:lvl5pPr>
            <a:lvl6pPr>
              <a:defRPr sz="1650" b="1">
                <a:solidFill>
                  <a:srgbClr val="F6F1E8"/>
                </a:solidFill>
              </a:defRPr>
            </a:lvl6pPr>
            <a:lvl7pPr>
              <a:defRPr sz="1650" b="1">
                <a:solidFill>
                  <a:srgbClr val="F6F1E8"/>
                </a:solidFill>
              </a:defRPr>
            </a:lvl7pPr>
            <a:lvl8pPr>
              <a:defRPr sz="1650" b="1">
                <a:solidFill>
                  <a:srgbClr val="F6F1E8"/>
                </a:solidFill>
              </a:defRPr>
            </a:lvl8pPr>
            <a:lvl9pPr>
              <a:defRPr sz="1650" b="1">
                <a:solidFill>
                  <a:srgbClr val="F6F1E8"/>
                </a:solidFill>
              </a:defRPr>
            </a:lvl9pPr>
          </a:lstStyle>
          <a:p xmlns:a="http://schemas.openxmlformats.org/drawingml/2006/main">
            <a:pPr>
              <a:defRPr sz="1650" b="1">
                <a:solidFill>
                  <a:srgbClr val="F6F1E8"/>
                </a:solidFill>
              </a:defRPr>
            </a:pPr>
            <a:r>
              <a:rPr sz="1650" b="1">
                <a:solidFill>
                  <a:srgbClr val="F6F1E8"/>
                </a:solidFill>
              </a:rPr>
              <a:t>Material → output</a:t>
            </a:r>
          </a:p>
        </p:txBody>
      </p:sp>
      <p:sp>
        <p:nvSpPr>
          <p:cNvPr id="7" name="">
            <a:extLst xmlns:a="http://schemas.openxmlformats.org/drawingml/2006/main">
              <a:ext uri="{FF2B5EF4-FFF2-40B4-BE49-F238E27FC236}">
                <a16:creationId xmlns:a16="http://schemas.microsoft.com/office/drawing/2014/main" id="{A608B028-1742-4F90-BA86-BB86D9383F33}"/>
              </a:ext>
            </a:extLst>
          </p:cNvPr>
          <p:cNvSpPr>
            <a:spLocks xmlns:a="http://schemas.openxmlformats.org/drawingml/2006/main" noGrp="1"/>
          </p:cNvSpPr>
          <p:nvPr/>
        </p:nvSpPr>
        <p:spPr>
          <a:xfrm xmlns:a="http://schemas.openxmlformats.org/drawingml/2006/main">
            <a:off x="781050" y="3810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defRPr sz="1050" b="0">
                <a:solidFill>
                  <a:srgbClr val="9AA2AD"/>
                </a:solidFill>
              </a:defRPr>
            </a:lvl1pPr>
            <a:lvl2pPr>
              <a:defRPr sz="1050" b="0">
                <a:solidFill>
                  <a:srgbClr val="9AA2AD"/>
                </a:solidFill>
              </a:defRPr>
            </a:lvl2pPr>
            <a:lvl3pPr>
              <a:defRPr sz="1050" b="0">
                <a:solidFill>
                  <a:srgbClr val="9AA2AD"/>
                </a:solidFill>
              </a:defRPr>
            </a:lvl3pPr>
            <a:lvl4pPr>
              <a:defRPr sz="1050" b="0">
                <a:solidFill>
                  <a:srgbClr val="9AA2AD"/>
                </a:solidFill>
              </a:defRPr>
            </a:lvl4pPr>
            <a:lvl5pPr>
              <a:defRPr sz="1050" b="0">
                <a:solidFill>
                  <a:srgbClr val="9AA2AD"/>
                </a:solidFill>
              </a:defRPr>
            </a:lvl5pPr>
            <a:lvl6pPr>
              <a:defRPr sz="1050" b="0">
                <a:solidFill>
                  <a:srgbClr val="9AA2AD"/>
                </a:solidFill>
              </a:defRPr>
            </a:lvl6pPr>
            <a:lvl7pPr>
              <a:defRPr sz="1050" b="0">
                <a:solidFill>
                  <a:srgbClr val="9AA2AD"/>
                </a:solidFill>
              </a:defRPr>
            </a:lvl7pPr>
            <a:lvl8pPr>
              <a:defRPr sz="1050" b="0">
                <a:solidFill>
                  <a:srgbClr val="9AA2AD"/>
                </a:solidFill>
              </a:defRPr>
            </a:lvl8pPr>
            <a:lvl9pPr>
              <a:defRPr sz="1050" b="0">
                <a:solidFill>
                  <a:srgbClr val="9AA2AD"/>
                </a:solidFill>
              </a:defRPr>
            </a:lvl9pPr>
          </a:lstStyle>
          <a:p xmlns:a="http://schemas.openxmlformats.org/drawingml/2006/main">
            <a:pPr>
              <a:defRPr sz="1050" b="0">
                <a:solidFill>
                  <a:srgbClr val="9AA2AD"/>
                </a:solidFill>
              </a:defRPr>
            </a:pPr>
            <a:r>
              <a:rPr sz="1050" b="0">
                <a:solidFill>
                  <a:srgbClr val="9AA2AD"/>
                </a:solidFill>
              </a:rPr>
              <a:t>Purchased inputs and power</a:t>
            </a:r>
          </a:p>
        </p:txBody>
      </p:sp>
      <p:sp>
        <p:nvSpPr>
          <p:cNvPr id="8" name="">
            <a:extLst xmlns:a="http://schemas.openxmlformats.org/drawingml/2006/main">
              <a:ext uri="{FF2B5EF4-FFF2-40B4-BE49-F238E27FC236}">
                <a16:creationId xmlns:a16="http://schemas.microsoft.com/office/drawing/2014/main" id="{8B16FCC1-6EE5-4345-A0F0-5C3B85BBF81C}"/>
              </a:ext>
            </a:extLst>
          </p:cNvPr>
          <p:cNvSpPr>
            <a:spLocks xmlns:a="http://schemas.openxmlformats.org/drawingml/2006/main" noGrp="1"/>
          </p:cNvSpPr>
          <p:nvPr/>
        </p:nvSpPr>
        <p:spPr>
          <a:xfrm xmlns:a="http://schemas.openxmlformats.org/drawingml/2006/main">
            <a:off x="3333750" y="2571750"/>
            <a:ext cx="2400300" cy="200025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9" name="">
            <a:extLst xmlns:a="http://schemas.openxmlformats.org/drawingml/2006/main">
              <a:ext uri="{FF2B5EF4-FFF2-40B4-BE49-F238E27FC236}">
                <a16:creationId xmlns:a16="http://schemas.microsoft.com/office/drawing/2014/main" id="{A3855766-1C1B-4851-9134-FB6A2EAE1389}"/>
              </a:ext>
            </a:extLst>
          </p:cNvPr>
          <p:cNvSpPr>
            <a:spLocks xmlns:a="http://schemas.openxmlformats.org/drawingml/2006/main" noGrp="1"/>
          </p:cNvSpPr>
          <p:nvPr/>
        </p:nvSpPr>
        <p:spPr>
          <a:xfrm xmlns:a="http://schemas.openxmlformats.org/drawingml/2006/main">
            <a:off x="350520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E8418A"/>
                </a:solidFill>
              </a:defRPr>
            </a:defPPr>
            <a:lvl1pPr>
              <a:defRPr sz="1050" b="1">
                <a:solidFill>
                  <a:srgbClr val="E8418A"/>
                </a:solidFill>
              </a:defRPr>
            </a:lvl1pPr>
            <a:lvl2pPr>
              <a:defRPr sz="1050" b="1">
                <a:solidFill>
                  <a:srgbClr val="E8418A"/>
                </a:solidFill>
              </a:defRPr>
            </a:lvl2pPr>
            <a:lvl3pPr>
              <a:defRPr sz="1050" b="1">
                <a:solidFill>
                  <a:srgbClr val="E8418A"/>
                </a:solidFill>
              </a:defRPr>
            </a:lvl3pPr>
            <a:lvl4pPr>
              <a:defRPr sz="1050" b="1">
                <a:solidFill>
                  <a:srgbClr val="E8418A"/>
                </a:solidFill>
              </a:defRPr>
            </a:lvl4pPr>
            <a:lvl5pPr>
              <a:defRPr sz="1050" b="1">
                <a:solidFill>
                  <a:srgbClr val="E8418A"/>
                </a:solidFill>
              </a:defRPr>
            </a:lvl5pPr>
            <a:lvl6pPr>
              <a:defRPr sz="1050" b="1">
                <a:solidFill>
                  <a:srgbClr val="E8418A"/>
                </a:solidFill>
              </a:defRPr>
            </a:lvl6pPr>
            <a:lvl7pPr>
              <a:defRPr sz="1050" b="1">
                <a:solidFill>
                  <a:srgbClr val="E8418A"/>
                </a:solidFill>
              </a:defRPr>
            </a:lvl7pPr>
            <a:lvl8pPr>
              <a:defRPr sz="1050" b="1">
                <a:solidFill>
                  <a:srgbClr val="E8418A"/>
                </a:solidFill>
              </a:defRPr>
            </a:lvl8pPr>
            <a:lvl9pPr>
              <a:defRPr sz="1050" b="1">
                <a:solidFill>
                  <a:srgbClr val="E8418A"/>
                </a:solidFill>
              </a:defRPr>
            </a:lvl9pPr>
          </a:lstStyle>
          <a:p xmlns:a="http://schemas.openxmlformats.org/drawingml/2006/main">
            <a:pPr>
              <a:defRPr sz="1050" b="1">
                <a:solidFill>
                  <a:srgbClr val="E8418A"/>
                </a:solidFill>
              </a:defRPr>
            </a:pPr>
            <a:r>
              <a:rPr sz="1050" b="1">
                <a:solidFill>
                  <a:srgbClr val="E8418A"/>
                </a:solidFill>
              </a:rPr>
              <a:t>02</a:t>
            </a:r>
          </a:p>
        </p:txBody>
      </p:sp>
      <p:sp>
        <p:nvSpPr>
          <p:cNvPr id="10" name="">
            <a:extLst xmlns:a="http://schemas.openxmlformats.org/drawingml/2006/main">
              <a:ext uri="{FF2B5EF4-FFF2-40B4-BE49-F238E27FC236}">
                <a16:creationId xmlns:a16="http://schemas.microsoft.com/office/drawing/2014/main" id="{C72F9D5E-A50B-454D-BA8F-A59848D0A63C}"/>
              </a:ext>
            </a:extLst>
          </p:cNvPr>
          <p:cNvSpPr>
            <a:spLocks xmlns:a="http://schemas.openxmlformats.org/drawingml/2006/main" noGrp="1"/>
          </p:cNvSpPr>
          <p:nvPr/>
        </p:nvSpPr>
        <p:spPr>
          <a:xfrm xmlns:a="http://schemas.openxmlformats.org/drawingml/2006/main">
            <a:off x="3505200" y="3181350"/>
            <a:ext cx="204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6F1E8"/>
                </a:solidFill>
              </a:defRPr>
            </a:defPPr>
            <a:lvl1pPr>
              <a:defRPr sz="1650" b="1">
                <a:solidFill>
                  <a:srgbClr val="F6F1E8"/>
                </a:solidFill>
              </a:defRPr>
            </a:lvl1pPr>
            <a:lvl2pPr>
              <a:defRPr sz="1650" b="1">
                <a:solidFill>
                  <a:srgbClr val="F6F1E8"/>
                </a:solidFill>
              </a:defRPr>
            </a:lvl2pPr>
            <a:lvl3pPr>
              <a:defRPr sz="1650" b="1">
                <a:solidFill>
                  <a:srgbClr val="F6F1E8"/>
                </a:solidFill>
              </a:defRPr>
            </a:lvl3pPr>
            <a:lvl4pPr>
              <a:defRPr sz="1650" b="1">
                <a:solidFill>
                  <a:srgbClr val="F6F1E8"/>
                </a:solidFill>
              </a:defRPr>
            </a:lvl4pPr>
            <a:lvl5pPr>
              <a:defRPr sz="1650" b="1">
                <a:solidFill>
                  <a:srgbClr val="F6F1E8"/>
                </a:solidFill>
              </a:defRPr>
            </a:lvl5pPr>
            <a:lvl6pPr>
              <a:defRPr sz="1650" b="1">
                <a:solidFill>
                  <a:srgbClr val="F6F1E8"/>
                </a:solidFill>
              </a:defRPr>
            </a:lvl6pPr>
            <a:lvl7pPr>
              <a:defRPr sz="1650" b="1">
                <a:solidFill>
                  <a:srgbClr val="F6F1E8"/>
                </a:solidFill>
              </a:defRPr>
            </a:lvl7pPr>
            <a:lvl8pPr>
              <a:defRPr sz="1650" b="1">
                <a:solidFill>
                  <a:srgbClr val="F6F1E8"/>
                </a:solidFill>
              </a:defRPr>
            </a:lvl8pPr>
            <a:lvl9pPr>
              <a:defRPr sz="1650" b="1">
                <a:solidFill>
                  <a:srgbClr val="F6F1E8"/>
                </a:solidFill>
              </a:defRPr>
            </a:lvl9pPr>
          </a:lstStyle>
          <a:p xmlns:a="http://schemas.openxmlformats.org/drawingml/2006/main">
            <a:pPr>
              <a:defRPr sz="1650" b="1">
                <a:solidFill>
                  <a:srgbClr val="F6F1E8"/>
                </a:solidFill>
              </a:defRPr>
            </a:pPr>
            <a:r>
              <a:rPr sz="1650" b="1">
                <a:solidFill>
                  <a:srgbClr val="F6F1E8"/>
                </a:solidFill>
              </a:rPr>
              <a:t>Dispatch → invoice</a:t>
            </a:r>
          </a:p>
        </p:txBody>
      </p:sp>
      <p:sp>
        <p:nvSpPr>
          <p:cNvPr id="11" name="">
            <a:extLst xmlns:a="http://schemas.openxmlformats.org/drawingml/2006/main">
              <a:ext uri="{FF2B5EF4-FFF2-40B4-BE49-F238E27FC236}">
                <a16:creationId xmlns:a16="http://schemas.microsoft.com/office/drawing/2014/main" id="{B38E66E3-A0ED-4BD0-A5BA-5C2C62F0F1C1}"/>
              </a:ext>
            </a:extLst>
          </p:cNvPr>
          <p:cNvSpPr>
            <a:spLocks xmlns:a="http://schemas.openxmlformats.org/drawingml/2006/main" noGrp="1"/>
          </p:cNvSpPr>
          <p:nvPr/>
        </p:nvSpPr>
        <p:spPr>
          <a:xfrm xmlns:a="http://schemas.openxmlformats.org/drawingml/2006/main">
            <a:off x="3505200" y="3810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defRPr sz="1050" b="0">
                <a:solidFill>
                  <a:srgbClr val="9AA2AD"/>
                </a:solidFill>
              </a:defRPr>
            </a:lvl1pPr>
            <a:lvl2pPr>
              <a:defRPr sz="1050" b="0">
                <a:solidFill>
                  <a:srgbClr val="9AA2AD"/>
                </a:solidFill>
              </a:defRPr>
            </a:lvl2pPr>
            <a:lvl3pPr>
              <a:defRPr sz="1050" b="0">
                <a:solidFill>
                  <a:srgbClr val="9AA2AD"/>
                </a:solidFill>
              </a:defRPr>
            </a:lvl3pPr>
            <a:lvl4pPr>
              <a:defRPr sz="1050" b="0">
                <a:solidFill>
                  <a:srgbClr val="9AA2AD"/>
                </a:solidFill>
              </a:defRPr>
            </a:lvl4pPr>
            <a:lvl5pPr>
              <a:defRPr sz="1050" b="0">
                <a:solidFill>
                  <a:srgbClr val="9AA2AD"/>
                </a:solidFill>
              </a:defRPr>
            </a:lvl5pPr>
            <a:lvl6pPr>
              <a:defRPr sz="1050" b="0">
                <a:solidFill>
                  <a:srgbClr val="9AA2AD"/>
                </a:solidFill>
              </a:defRPr>
            </a:lvl6pPr>
            <a:lvl7pPr>
              <a:defRPr sz="1050" b="0">
                <a:solidFill>
                  <a:srgbClr val="9AA2AD"/>
                </a:solidFill>
              </a:defRPr>
            </a:lvl7pPr>
            <a:lvl8pPr>
              <a:defRPr sz="1050" b="0">
                <a:solidFill>
                  <a:srgbClr val="9AA2AD"/>
                </a:solidFill>
              </a:defRPr>
            </a:lvl8pPr>
            <a:lvl9pPr>
              <a:defRPr sz="1050" b="0">
                <a:solidFill>
                  <a:srgbClr val="9AA2AD"/>
                </a:solidFill>
              </a:defRPr>
            </a:lvl9pPr>
          </a:lstStyle>
          <a:p xmlns:a="http://schemas.openxmlformats.org/drawingml/2006/main">
            <a:pPr>
              <a:defRPr sz="1050" b="0">
                <a:solidFill>
                  <a:srgbClr val="9AA2AD"/>
                </a:solidFill>
              </a:defRPr>
            </a:pPr>
            <a:r>
              <a:rPr sz="1050" b="0">
                <a:solidFill>
                  <a:srgbClr val="9AA2AD"/>
                </a:solidFill>
              </a:rPr>
              <a:t>Goods movement and invoice</a:t>
            </a:r>
          </a:p>
        </p:txBody>
      </p:sp>
      <p:sp>
        <p:nvSpPr>
          <p:cNvPr id="12" name="">
            <a:extLst xmlns:a="http://schemas.openxmlformats.org/drawingml/2006/main">
              <a:ext uri="{FF2B5EF4-FFF2-40B4-BE49-F238E27FC236}">
                <a16:creationId xmlns:a16="http://schemas.microsoft.com/office/drawing/2014/main" id="{7AC66014-BC51-43E4-B1BF-9701919D03F8}"/>
              </a:ext>
            </a:extLst>
          </p:cNvPr>
          <p:cNvSpPr>
            <a:spLocks xmlns:a="http://schemas.openxmlformats.org/drawingml/2006/main" noGrp="1"/>
          </p:cNvSpPr>
          <p:nvPr/>
        </p:nvSpPr>
        <p:spPr>
          <a:xfrm xmlns:a="http://schemas.openxmlformats.org/drawingml/2006/main">
            <a:off x="6057900" y="2571750"/>
            <a:ext cx="2400300" cy="200025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13" name="">
            <a:extLst xmlns:a="http://schemas.openxmlformats.org/drawingml/2006/main">
              <a:ext uri="{FF2B5EF4-FFF2-40B4-BE49-F238E27FC236}">
                <a16:creationId xmlns:a16="http://schemas.microsoft.com/office/drawing/2014/main" id="{20A276E3-88F9-4527-95F9-0829BADF97A4}"/>
              </a:ext>
            </a:extLst>
          </p:cNvPr>
          <p:cNvSpPr>
            <a:spLocks xmlns:a="http://schemas.openxmlformats.org/drawingml/2006/main" noGrp="1"/>
          </p:cNvSpPr>
          <p:nvPr/>
        </p:nvSpPr>
        <p:spPr>
          <a:xfrm xmlns:a="http://schemas.openxmlformats.org/drawingml/2006/main">
            <a:off x="622935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E8418A"/>
                </a:solidFill>
              </a:defRPr>
            </a:defPPr>
            <a:lvl1pPr>
              <a:defRPr sz="1050" b="1">
                <a:solidFill>
                  <a:srgbClr val="E8418A"/>
                </a:solidFill>
              </a:defRPr>
            </a:lvl1pPr>
            <a:lvl2pPr>
              <a:defRPr sz="1050" b="1">
                <a:solidFill>
                  <a:srgbClr val="E8418A"/>
                </a:solidFill>
              </a:defRPr>
            </a:lvl2pPr>
            <a:lvl3pPr>
              <a:defRPr sz="1050" b="1">
                <a:solidFill>
                  <a:srgbClr val="E8418A"/>
                </a:solidFill>
              </a:defRPr>
            </a:lvl3pPr>
            <a:lvl4pPr>
              <a:defRPr sz="1050" b="1">
                <a:solidFill>
                  <a:srgbClr val="E8418A"/>
                </a:solidFill>
              </a:defRPr>
            </a:lvl4pPr>
            <a:lvl5pPr>
              <a:defRPr sz="1050" b="1">
                <a:solidFill>
                  <a:srgbClr val="E8418A"/>
                </a:solidFill>
              </a:defRPr>
            </a:lvl5pPr>
            <a:lvl6pPr>
              <a:defRPr sz="1050" b="1">
                <a:solidFill>
                  <a:srgbClr val="E8418A"/>
                </a:solidFill>
              </a:defRPr>
            </a:lvl6pPr>
            <a:lvl7pPr>
              <a:defRPr sz="1050" b="1">
                <a:solidFill>
                  <a:srgbClr val="E8418A"/>
                </a:solidFill>
              </a:defRPr>
            </a:lvl7pPr>
            <a:lvl8pPr>
              <a:defRPr sz="1050" b="1">
                <a:solidFill>
                  <a:srgbClr val="E8418A"/>
                </a:solidFill>
              </a:defRPr>
            </a:lvl8pPr>
            <a:lvl9pPr>
              <a:defRPr sz="1050" b="1">
                <a:solidFill>
                  <a:srgbClr val="E8418A"/>
                </a:solidFill>
              </a:defRPr>
            </a:lvl9pPr>
          </a:lstStyle>
          <a:p xmlns:a="http://schemas.openxmlformats.org/drawingml/2006/main">
            <a:pPr>
              <a:defRPr sz="1050" b="1">
                <a:solidFill>
                  <a:srgbClr val="E8418A"/>
                </a:solidFill>
              </a:defRPr>
            </a:pPr>
            <a:r>
              <a:rPr sz="1050" b="1">
                <a:solidFill>
                  <a:srgbClr val="E8418A"/>
                </a:solidFill>
              </a:rPr>
              <a:t>03</a:t>
            </a:r>
          </a:p>
        </p:txBody>
      </p:sp>
      <p:sp>
        <p:nvSpPr>
          <p:cNvPr id="14" name="">
            <a:extLst xmlns:a="http://schemas.openxmlformats.org/drawingml/2006/main">
              <a:ext uri="{FF2B5EF4-FFF2-40B4-BE49-F238E27FC236}">
                <a16:creationId xmlns:a16="http://schemas.microsoft.com/office/drawing/2014/main" id="{A28FB8C9-294E-4CF2-83D9-F2D684C50B37}"/>
              </a:ext>
            </a:extLst>
          </p:cNvPr>
          <p:cNvSpPr>
            <a:spLocks xmlns:a="http://schemas.openxmlformats.org/drawingml/2006/main" noGrp="1"/>
          </p:cNvSpPr>
          <p:nvPr/>
        </p:nvSpPr>
        <p:spPr>
          <a:xfrm xmlns:a="http://schemas.openxmlformats.org/drawingml/2006/main">
            <a:off x="6229350" y="3181350"/>
            <a:ext cx="204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6F1E8"/>
                </a:solidFill>
              </a:defRPr>
            </a:defPPr>
            <a:lvl1pPr>
              <a:defRPr sz="1650" b="1">
                <a:solidFill>
                  <a:srgbClr val="F6F1E8"/>
                </a:solidFill>
              </a:defRPr>
            </a:lvl1pPr>
            <a:lvl2pPr>
              <a:defRPr sz="1650" b="1">
                <a:solidFill>
                  <a:srgbClr val="F6F1E8"/>
                </a:solidFill>
              </a:defRPr>
            </a:lvl2pPr>
            <a:lvl3pPr>
              <a:defRPr sz="1650" b="1">
                <a:solidFill>
                  <a:srgbClr val="F6F1E8"/>
                </a:solidFill>
              </a:defRPr>
            </a:lvl3pPr>
            <a:lvl4pPr>
              <a:defRPr sz="1650" b="1">
                <a:solidFill>
                  <a:srgbClr val="F6F1E8"/>
                </a:solidFill>
              </a:defRPr>
            </a:lvl4pPr>
            <a:lvl5pPr>
              <a:defRPr sz="1650" b="1">
                <a:solidFill>
                  <a:srgbClr val="F6F1E8"/>
                </a:solidFill>
              </a:defRPr>
            </a:lvl5pPr>
            <a:lvl6pPr>
              <a:defRPr sz="1650" b="1">
                <a:solidFill>
                  <a:srgbClr val="F6F1E8"/>
                </a:solidFill>
              </a:defRPr>
            </a:lvl6pPr>
            <a:lvl7pPr>
              <a:defRPr sz="1650" b="1">
                <a:solidFill>
                  <a:srgbClr val="F6F1E8"/>
                </a:solidFill>
              </a:defRPr>
            </a:lvl7pPr>
            <a:lvl8pPr>
              <a:defRPr sz="1650" b="1">
                <a:solidFill>
                  <a:srgbClr val="F6F1E8"/>
                </a:solidFill>
              </a:defRPr>
            </a:lvl8pPr>
            <a:lvl9pPr>
              <a:defRPr sz="1650" b="1">
                <a:solidFill>
                  <a:srgbClr val="F6F1E8"/>
                </a:solidFill>
              </a:defRPr>
            </a:lvl9pPr>
          </a:lstStyle>
          <a:p xmlns:a="http://schemas.openxmlformats.org/drawingml/2006/main">
            <a:pPr>
              <a:defRPr sz="1650" b="1">
                <a:solidFill>
                  <a:srgbClr val="F6F1E8"/>
                </a:solidFill>
              </a:defRPr>
            </a:pPr>
            <a:r>
              <a:rPr sz="1650" b="1">
                <a:solidFill>
                  <a:srgbClr val="F6F1E8"/>
                </a:solidFill>
              </a:rPr>
              <a:t>Stock roll-forward</a:t>
            </a:r>
          </a:p>
        </p:txBody>
      </p:sp>
      <p:sp>
        <p:nvSpPr>
          <p:cNvPr id="15" name="">
            <a:extLst xmlns:a="http://schemas.openxmlformats.org/drawingml/2006/main">
              <a:ext uri="{FF2B5EF4-FFF2-40B4-BE49-F238E27FC236}">
                <a16:creationId xmlns:a16="http://schemas.microsoft.com/office/drawing/2014/main" id="{099AE891-BB5D-427F-A513-BF7D05080A10}"/>
              </a:ext>
            </a:extLst>
          </p:cNvPr>
          <p:cNvSpPr>
            <a:spLocks xmlns:a="http://schemas.openxmlformats.org/drawingml/2006/main" noGrp="1"/>
          </p:cNvSpPr>
          <p:nvPr/>
        </p:nvSpPr>
        <p:spPr>
          <a:xfrm xmlns:a="http://schemas.openxmlformats.org/drawingml/2006/main">
            <a:off x="6229350" y="3810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defRPr sz="1050" b="0">
                <a:solidFill>
                  <a:srgbClr val="9AA2AD"/>
                </a:solidFill>
              </a:defRPr>
            </a:lvl1pPr>
            <a:lvl2pPr>
              <a:defRPr sz="1050" b="0">
                <a:solidFill>
                  <a:srgbClr val="9AA2AD"/>
                </a:solidFill>
              </a:defRPr>
            </a:lvl2pPr>
            <a:lvl3pPr>
              <a:defRPr sz="1050" b="0">
                <a:solidFill>
                  <a:srgbClr val="9AA2AD"/>
                </a:solidFill>
              </a:defRPr>
            </a:lvl3pPr>
            <a:lvl4pPr>
              <a:defRPr sz="1050" b="0">
                <a:solidFill>
                  <a:srgbClr val="9AA2AD"/>
                </a:solidFill>
              </a:defRPr>
            </a:lvl4pPr>
            <a:lvl5pPr>
              <a:defRPr sz="1050" b="0">
                <a:solidFill>
                  <a:srgbClr val="9AA2AD"/>
                </a:solidFill>
              </a:defRPr>
            </a:lvl5pPr>
            <a:lvl6pPr>
              <a:defRPr sz="1050" b="0">
                <a:solidFill>
                  <a:srgbClr val="9AA2AD"/>
                </a:solidFill>
              </a:defRPr>
            </a:lvl6pPr>
            <a:lvl7pPr>
              <a:defRPr sz="1050" b="0">
                <a:solidFill>
                  <a:srgbClr val="9AA2AD"/>
                </a:solidFill>
              </a:defRPr>
            </a:lvl7pPr>
            <a:lvl8pPr>
              <a:defRPr sz="1050" b="0">
                <a:solidFill>
                  <a:srgbClr val="9AA2AD"/>
                </a:solidFill>
              </a:defRPr>
            </a:lvl8pPr>
            <a:lvl9pPr>
              <a:defRPr sz="1050" b="0">
                <a:solidFill>
                  <a:srgbClr val="9AA2AD"/>
                </a:solidFill>
              </a:defRPr>
            </a:lvl9pPr>
          </a:lstStyle>
          <a:p xmlns:a="http://schemas.openxmlformats.org/drawingml/2006/main">
            <a:pPr>
              <a:defRPr sz="1050" b="0">
                <a:solidFill>
                  <a:srgbClr val="9AA2AD"/>
                </a:solidFill>
              </a:defRPr>
            </a:pPr>
            <a:r>
              <a:rPr sz="1050" b="0">
                <a:solidFill>
                  <a:srgbClr val="9AA2AD"/>
                </a:solidFill>
              </a:rPr>
              <a:t>Opening, production and dispatch</a:t>
            </a:r>
          </a:p>
        </p:txBody>
      </p:sp>
      <p:sp>
        <p:nvSpPr>
          <p:cNvPr id="16" name="">
            <a:extLst xmlns:a="http://schemas.openxmlformats.org/drawingml/2006/main">
              <a:ext uri="{FF2B5EF4-FFF2-40B4-BE49-F238E27FC236}">
                <a16:creationId xmlns:a16="http://schemas.microsoft.com/office/drawing/2014/main" id="{E7A00CEE-387A-4E96-99AF-B36865C875BB}"/>
              </a:ext>
            </a:extLst>
          </p:cNvPr>
          <p:cNvSpPr>
            <a:spLocks xmlns:a="http://schemas.openxmlformats.org/drawingml/2006/main" noGrp="1"/>
          </p:cNvSpPr>
          <p:nvPr/>
        </p:nvSpPr>
        <p:spPr>
          <a:xfrm xmlns:a="http://schemas.openxmlformats.org/drawingml/2006/main">
            <a:off x="8782050" y="2571750"/>
            <a:ext cx="2400300" cy="200025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17" name="">
            <a:extLst xmlns:a="http://schemas.openxmlformats.org/drawingml/2006/main">
              <a:ext uri="{FF2B5EF4-FFF2-40B4-BE49-F238E27FC236}">
                <a16:creationId xmlns:a16="http://schemas.microsoft.com/office/drawing/2014/main" id="{82CC17E5-8539-4DC6-BB86-53DBE16491BA}"/>
              </a:ext>
            </a:extLst>
          </p:cNvPr>
          <p:cNvSpPr>
            <a:spLocks xmlns:a="http://schemas.openxmlformats.org/drawingml/2006/main" noGrp="1"/>
          </p:cNvSpPr>
          <p:nvPr/>
        </p:nvSpPr>
        <p:spPr>
          <a:xfrm xmlns:a="http://schemas.openxmlformats.org/drawingml/2006/main">
            <a:off x="895350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E8418A"/>
                </a:solidFill>
              </a:defRPr>
            </a:defPPr>
            <a:lvl1pPr>
              <a:defRPr sz="1050" b="1">
                <a:solidFill>
                  <a:srgbClr val="E8418A"/>
                </a:solidFill>
              </a:defRPr>
            </a:lvl1pPr>
            <a:lvl2pPr>
              <a:defRPr sz="1050" b="1">
                <a:solidFill>
                  <a:srgbClr val="E8418A"/>
                </a:solidFill>
              </a:defRPr>
            </a:lvl2pPr>
            <a:lvl3pPr>
              <a:defRPr sz="1050" b="1">
                <a:solidFill>
                  <a:srgbClr val="E8418A"/>
                </a:solidFill>
              </a:defRPr>
            </a:lvl3pPr>
            <a:lvl4pPr>
              <a:defRPr sz="1050" b="1">
                <a:solidFill>
                  <a:srgbClr val="E8418A"/>
                </a:solidFill>
              </a:defRPr>
            </a:lvl4pPr>
            <a:lvl5pPr>
              <a:defRPr sz="1050" b="1">
                <a:solidFill>
                  <a:srgbClr val="E8418A"/>
                </a:solidFill>
              </a:defRPr>
            </a:lvl5pPr>
            <a:lvl6pPr>
              <a:defRPr sz="1050" b="1">
                <a:solidFill>
                  <a:srgbClr val="E8418A"/>
                </a:solidFill>
              </a:defRPr>
            </a:lvl6pPr>
            <a:lvl7pPr>
              <a:defRPr sz="1050" b="1">
                <a:solidFill>
                  <a:srgbClr val="E8418A"/>
                </a:solidFill>
              </a:defRPr>
            </a:lvl7pPr>
            <a:lvl8pPr>
              <a:defRPr sz="1050" b="1">
                <a:solidFill>
                  <a:srgbClr val="E8418A"/>
                </a:solidFill>
              </a:defRPr>
            </a:lvl8pPr>
            <a:lvl9pPr>
              <a:defRPr sz="1050" b="1">
                <a:solidFill>
                  <a:srgbClr val="E8418A"/>
                </a:solidFill>
              </a:defRPr>
            </a:lvl9pPr>
          </a:lstStyle>
          <a:p xmlns:a="http://schemas.openxmlformats.org/drawingml/2006/main">
            <a:pPr>
              <a:defRPr sz="1050" b="1">
                <a:solidFill>
                  <a:srgbClr val="E8418A"/>
                </a:solidFill>
              </a:defRPr>
            </a:pPr>
            <a:r>
              <a:rPr sz="1050" b="1">
                <a:solidFill>
                  <a:srgbClr val="E8418A"/>
                </a:solidFill>
              </a:rPr>
              <a:t>04</a:t>
            </a:r>
          </a:p>
        </p:txBody>
      </p:sp>
      <p:sp>
        <p:nvSpPr>
          <p:cNvPr id="18" name="">
            <a:extLst xmlns:a="http://schemas.openxmlformats.org/drawingml/2006/main">
              <a:ext uri="{FF2B5EF4-FFF2-40B4-BE49-F238E27FC236}">
                <a16:creationId xmlns:a16="http://schemas.microsoft.com/office/drawing/2014/main" id="{4347664C-DCA6-470C-B981-BF71BA50FD3E}"/>
              </a:ext>
            </a:extLst>
          </p:cNvPr>
          <p:cNvSpPr>
            <a:spLocks xmlns:a="http://schemas.openxmlformats.org/drawingml/2006/main" noGrp="1"/>
          </p:cNvSpPr>
          <p:nvPr/>
        </p:nvSpPr>
        <p:spPr>
          <a:xfrm xmlns:a="http://schemas.openxmlformats.org/drawingml/2006/main">
            <a:off x="8953500" y="3181350"/>
            <a:ext cx="204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6F1E8"/>
                </a:solidFill>
              </a:defRPr>
            </a:defPPr>
            <a:lvl1pPr>
              <a:defRPr sz="1650" b="1">
                <a:solidFill>
                  <a:srgbClr val="F6F1E8"/>
                </a:solidFill>
              </a:defRPr>
            </a:lvl1pPr>
            <a:lvl2pPr>
              <a:defRPr sz="1650" b="1">
                <a:solidFill>
                  <a:srgbClr val="F6F1E8"/>
                </a:solidFill>
              </a:defRPr>
            </a:lvl2pPr>
            <a:lvl3pPr>
              <a:defRPr sz="1650" b="1">
                <a:solidFill>
                  <a:srgbClr val="F6F1E8"/>
                </a:solidFill>
              </a:defRPr>
            </a:lvl3pPr>
            <a:lvl4pPr>
              <a:defRPr sz="1650" b="1">
                <a:solidFill>
                  <a:srgbClr val="F6F1E8"/>
                </a:solidFill>
              </a:defRPr>
            </a:lvl4pPr>
            <a:lvl5pPr>
              <a:defRPr sz="1650" b="1">
                <a:solidFill>
                  <a:srgbClr val="F6F1E8"/>
                </a:solidFill>
              </a:defRPr>
            </a:lvl5pPr>
            <a:lvl6pPr>
              <a:defRPr sz="1650" b="1">
                <a:solidFill>
                  <a:srgbClr val="F6F1E8"/>
                </a:solidFill>
              </a:defRPr>
            </a:lvl6pPr>
            <a:lvl7pPr>
              <a:defRPr sz="1650" b="1">
                <a:solidFill>
                  <a:srgbClr val="F6F1E8"/>
                </a:solidFill>
              </a:defRPr>
            </a:lvl7pPr>
            <a:lvl8pPr>
              <a:defRPr sz="1650" b="1">
                <a:solidFill>
                  <a:srgbClr val="F6F1E8"/>
                </a:solidFill>
              </a:defRPr>
            </a:lvl8pPr>
            <a:lvl9pPr>
              <a:defRPr sz="1650" b="1">
                <a:solidFill>
                  <a:srgbClr val="F6F1E8"/>
                </a:solidFill>
              </a:defRPr>
            </a:lvl9pPr>
          </a:lstStyle>
          <a:p xmlns:a="http://schemas.openxmlformats.org/drawingml/2006/main">
            <a:pPr>
              <a:defRPr sz="1650" b="1">
                <a:solidFill>
                  <a:srgbClr val="F6F1E8"/>
                </a:solidFill>
              </a:defRPr>
            </a:pPr>
            <a:r>
              <a:rPr sz="1650" b="1">
                <a:solidFill>
                  <a:srgbClr val="F6F1E8"/>
                </a:solidFill>
              </a:rPr>
              <a:t>Supplier chain</a:t>
            </a:r>
          </a:p>
        </p:txBody>
      </p:sp>
      <p:sp>
        <p:nvSpPr>
          <p:cNvPr id="19" name="">
            <a:extLst xmlns:a="http://schemas.openxmlformats.org/drawingml/2006/main">
              <a:ext uri="{FF2B5EF4-FFF2-40B4-BE49-F238E27FC236}">
                <a16:creationId xmlns:a16="http://schemas.microsoft.com/office/drawing/2014/main" id="{66E39187-6256-463E-8D2F-54458C3BAA28}"/>
              </a:ext>
            </a:extLst>
          </p:cNvPr>
          <p:cNvSpPr>
            <a:spLocks xmlns:a="http://schemas.openxmlformats.org/drawingml/2006/main" noGrp="1"/>
          </p:cNvSpPr>
          <p:nvPr/>
        </p:nvSpPr>
        <p:spPr>
          <a:xfrm xmlns:a="http://schemas.openxmlformats.org/drawingml/2006/main">
            <a:off x="8953500" y="3810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defRPr sz="1050" b="0">
                <a:solidFill>
                  <a:srgbClr val="9AA2AD"/>
                </a:solidFill>
              </a:defRPr>
            </a:lvl1pPr>
            <a:lvl2pPr>
              <a:defRPr sz="1050" b="0">
                <a:solidFill>
                  <a:srgbClr val="9AA2AD"/>
                </a:solidFill>
              </a:defRPr>
            </a:lvl2pPr>
            <a:lvl3pPr>
              <a:defRPr sz="1050" b="0">
                <a:solidFill>
                  <a:srgbClr val="9AA2AD"/>
                </a:solidFill>
              </a:defRPr>
            </a:lvl3pPr>
            <a:lvl4pPr>
              <a:defRPr sz="1050" b="0">
                <a:solidFill>
                  <a:srgbClr val="9AA2AD"/>
                </a:solidFill>
              </a:defRPr>
            </a:lvl4pPr>
            <a:lvl5pPr>
              <a:defRPr sz="1050" b="0">
                <a:solidFill>
                  <a:srgbClr val="9AA2AD"/>
                </a:solidFill>
              </a:defRPr>
            </a:lvl5pPr>
            <a:lvl6pPr>
              <a:defRPr sz="1050" b="0">
                <a:solidFill>
                  <a:srgbClr val="9AA2AD"/>
                </a:solidFill>
              </a:defRPr>
            </a:lvl6pPr>
            <a:lvl7pPr>
              <a:defRPr sz="1050" b="0">
                <a:solidFill>
                  <a:srgbClr val="9AA2AD"/>
                </a:solidFill>
              </a:defRPr>
            </a:lvl7pPr>
            <a:lvl8pPr>
              <a:defRPr sz="1050" b="0">
                <a:solidFill>
                  <a:srgbClr val="9AA2AD"/>
                </a:solidFill>
              </a:defRPr>
            </a:lvl8pPr>
            <a:lvl9pPr>
              <a:defRPr sz="1050" b="0">
                <a:solidFill>
                  <a:srgbClr val="9AA2AD"/>
                </a:solidFill>
              </a:defRPr>
            </a:lvl9pPr>
          </a:lstStyle>
          <a:p xmlns:a="http://schemas.openxmlformats.org/drawingml/2006/main">
            <a:pPr>
              <a:defRPr sz="1050" b="0">
                <a:solidFill>
                  <a:srgbClr val="9AA2AD"/>
                </a:solidFill>
              </a:defRPr>
            </a:pPr>
            <a:r>
              <a:rPr sz="1050" b="0">
                <a:solidFill>
                  <a:srgbClr val="9AA2AD"/>
                </a:solidFill>
              </a:rPr>
              <a:t>Returns and looping links</a:t>
            </a:r>
          </a:p>
        </p:txBody>
      </p:sp>
      <p:sp>
        <p:nvSpPr>
          <p:cNvPr id="20" name="">
            <a:extLst xmlns:a="http://schemas.openxmlformats.org/drawingml/2006/main">
              <a:ext uri="{FF2B5EF4-FFF2-40B4-BE49-F238E27FC236}">
                <a16:creationId xmlns:a16="http://schemas.microsoft.com/office/drawing/2014/main" id="{543209CA-7200-4A7E-9134-B517EE428824}"/>
              </a:ext>
            </a:extLst>
          </p:cNvPr>
          <p:cNvSpPr>
            <a:spLocks xmlns:a="http://schemas.openxmlformats.org/drawingml/2006/main" noGrp="1"/>
          </p:cNvSpPr>
          <p:nvPr/>
        </p:nvSpPr>
        <p:spPr>
          <a:xfrm xmlns:a="http://schemas.openxmlformats.org/drawingml/2006/main">
            <a:off x="609600" y="5200650"/>
            <a:ext cx="10001250" cy="609600"/>
          </a:xfrm>
          <a:prstGeom xmlns:a="http://schemas.openxmlformats.org/drawingml/2006/main" prst="rect">
            <a:avLst/>
          </a:prstGeom>
          <a:solidFill xmlns:a="http://schemas.openxmlformats.org/drawingml/2006/main">
            <a:srgbClr val="243023"/>
          </a:solidFill>
          <a:ln xmlns:a="http://schemas.openxmlformats.org/drawingml/2006/main" w="9525">
            <a:solidFill>
              <a:srgbClr val="B7D660"/>
            </a:solidFill>
            <a:prstDash val="solid"/>
          </a:ln>
        </p:spPr>
      </p:sp>
      <p:sp>
        <p:nvSpPr>
          <p:cNvPr id="21" name="">
            <a:extLst xmlns:a="http://schemas.openxmlformats.org/drawingml/2006/main">
              <a:ext uri="{FF2B5EF4-FFF2-40B4-BE49-F238E27FC236}">
                <a16:creationId xmlns:a16="http://schemas.microsoft.com/office/drawing/2014/main" id="{8369D103-7D4F-4BC3-A853-42E86CA60D95}"/>
              </a:ext>
            </a:extLst>
          </p:cNvPr>
          <p:cNvSpPr>
            <a:spLocks xmlns:a="http://schemas.openxmlformats.org/drawingml/2006/main" noGrp="1"/>
          </p:cNvSpPr>
          <p:nvPr/>
        </p:nvSpPr>
        <p:spPr>
          <a:xfrm xmlns:a="http://schemas.openxmlformats.org/drawingml/2006/main">
            <a:off x="838200" y="53911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B7D660"/>
                </a:solidFill>
              </a:defRPr>
            </a:defPPr>
            <a:lvl1pPr>
              <a:defRPr sz="1200" b="1">
                <a:solidFill>
                  <a:srgbClr val="B7D660"/>
                </a:solidFill>
              </a:defRPr>
            </a:lvl1pPr>
            <a:lvl2pPr>
              <a:defRPr sz="1200" b="1">
                <a:solidFill>
                  <a:srgbClr val="B7D660"/>
                </a:solidFill>
              </a:defRPr>
            </a:lvl2pPr>
            <a:lvl3pPr>
              <a:defRPr sz="1200" b="1">
                <a:solidFill>
                  <a:srgbClr val="B7D660"/>
                </a:solidFill>
              </a:defRPr>
            </a:lvl3pPr>
            <a:lvl4pPr>
              <a:defRPr sz="1200" b="1">
                <a:solidFill>
                  <a:srgbClr val="B7D660"/>
                </a:solidFill>
              </a:defRPr>
            </a:lvl4pPr>
            <a:lvl5pPr>
              <a:defRPr sz="1200" b="1">
                <a:solidFill>
                  <a:srgbClr val="B7D660"/>
                </a:solidFill>
              </a:defRPr>
            </a:lvl5pPr>
            <a:lvl6pPr>
              <a:defRPr sz="1200" b="1">
                <a:solidFill>
                  <a:srgbClr val="B7D660"/>
                </a:solidFill>
              </a:defRPr>
            </a:lvl6pPr>
            <a:lvl7pPr>
              <a:defRPr sz="1200" b="1">
                <a:solidFill>
                  <a:srgbClr val="B7D660"/>
                </a:solidFill>
              </a:defRPr>
            </a:lvl7pPr>
            <a:lvl8pPr>
              <a:defRPr sz="1200" b="1">
                <a:solidFill>
                  <a:srgbClr val="B7D660"/>
                </a:solidFill>
              </a:defRPr>
            </a:lvl8pPr>
            <a:lvl9pPr>
              <a:defRPr sz="1200" b="1">
                <a:solidFill>
                  <a:srgbClr val="B7D660"/>
                </a:solidFill>
              </a:defRPr>
            </a:lvl9pPr>
          </a:lstStyle>
          <a:p xmlns:a="http://schemas.openxmlformats.org/drawingml/2006/main">
            <a:pPr>
              <a:defRPr sz="1200" b="1">
                <a:solidFill>
                  <a:srgbClr val="B7D660"/>
                </a:solidFill>
              </a:defRPr>
            </a:pPr>
            <a:r>
              <a:rPr sz="1200" b="1">
                <a:solidFill>
                  <a:srgbClr val="B7D660"/>
                </a:solidFill>
              </a:rPr>
              <a:t>PRIORITISE ONLY WHEN TWO INDEPENDENT SOURCE FAMILIES FIRE</a:t>
            </a:r>
          </a:p>
        </p:txBody>
      </p:sp>
      <p:sp>
        <p:nvSpPr>
          <p:cNvPr id="22" name="">
            <a:extLst xmlns:a="http://schemas.openxmlformats.org/drawingml/2006/main">
              <a:ext uri="{FF2B5EF4-FFF2-40B4-BE49-F238E27FC236}">
                <a16:creationId xmlns:a16="http://schemas.microsoft.com/office/drawing/2014/main" id="{9402C942-369F-442F-8D12-FF680B929A37}"/>
              </a:ext>
            </a:extLst>
          </p:cNvPr>
          <p:cNvSpPr>
            <a:spLocks xmlns:a="http://schemas.openxmlformats.org/drawingml/2006/main" noGrp="1"/>
          </p:cNvSpPr>
          <p:nvPr/>
        </p:nvSpPr>
        <p:spPr>
          <a:xfrm xmlns:a="http://schemas.openxmlformats.org/drawingml/2006/main">
            <a:off x="838200" y="5657850"/>
            <a:ext cx="809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F6F1E8"/>
                </a:solidFill>
              </a:defRPr>
            </a:defPPr>
            <a:lvl1pPr>
              <a:defRPr sz="900" b="0">
                <a:solidFill>
                  <a:srgbClr val="F6F1E8"/>
                </a:solidFill>
              </a:defRPr>
            </a:lvl1pPr>
            <a:lvl2pPr>
              <a:defRPr sz="900" b="0">
                <a:solidFill>
                  <a:srgbClr val="F6F1E8"/>
                </a:solidFill>
              </a:defRPr>
            </a:lvl2pPr>
            <a:lvl3pPr>
              <a:defRPr sz="900" b="0">
                <a:solidFill>
                  <a:srgbClr val="F6F1E8"/>
                </a:solidFill>
              </a:defRPr>
            </a:lvl3pPr>
            <a:lvl4pPr>
              <a:defRPr sz="900" b="0">
                <a:solidFill>
                  <a:srgbClr val="F6F1E8"/>
                </a:solidFill>
              </a:defRPr>
            </a:lvl4pPr>
            <a:lvl5pPr>
              <a:defRPr sz="900" b="0">
                <a:solidFill>
                  <a:srgbClr val="F6F1E8"/>
                </a:solidFill>
              </a:defRPr>
            </a:lvl5pPr>
            <a:lvl6pPr>
              <a:defRPr sz="900" b="0">
                <a:solidFill>
                  <a:srgbClr val="F6F1E8"/>
                </a:solidFill>
              </a:defRPr>
            </a:lvl6pPr>
            <a:lvl7pPr>
              <a:defRPr sz="900" b="0">
                <a:solidFill>
                  <a:srgbClr val="F6F1E8"/>
                </a:solidFill>
              </a:defRPr>
            </a:lvl7pPr>
            <a:lvl8pPr>
              <a:defRPr sz="900" b="0">
                <a:solidFill>
                  <a:srgbClr val="F6F1E8"/>
                </a:solidFill>
              </a:defRPr>
            </a:lvl8pPr>
            <a:lvl9pPr>
              <a:defRPr sz="900" b="0">
                <a:solidFill>
                  <a:srgbClr val="F6F1E8"/>
                </a:solidFill>
              </a:defRPr>
            </a:lvl9pPr>
          </a:lstStyle>
          <a:p xmlns:a="http://schemas.openxmlformats.org/drawingml/2006/main">
            <a:pPr>
              <a:defRPr sz="900" b="0">
                <a:solidFill>
                  <a:srgbClr val="F6F1E8"/>
                </a:solidFill>
              </a:defRPr>
            </a:pPr>
            <a:r>
              <a:rPr sz="900" b="0">
                <a:solidFill>
                  <a:srgbClr val="F6F1E8"/>
                </a:solidFill>
              </a:rPr>
              <a:t>A single-source month stays review-only or receives a documented cleared disposition.</a:t>
            </a:r>
          </a:p>
        </p:txBody>
      </p:sp>
      <p:sp>
        <p:nvSpPr>
          <p:cNvPr id="23" name="">
            <a:extLst xmlns:a="http://schemas.openxmlformats.org/drawingml/2006/main">
              <a:ext uri="{FF2B5EF4-FFF2-40B4-BE49-F238E27FC236}">
                <a16:creationId xmlns:a16="http://schemas.microsoft.com/office/drawing/2014/main" id="{5E2220E6-B1C2-4251-8F5F-90AFF8B7691C}"/>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defRPr sz="750" b="1">
                <a:solidFill>
                  <a:srgbClr val="9AA2AD"/>
                </a:solidFill>
              </a:defRPr>
            </a:lvl1pPr>
            <a:lvl2pPr>
              <a:defRPr sz="750" b="1">
                <a:solidFill>
                  <a:srgbClr val="9AA2AD"/>
                </a:solidFill>
              </a:defRPr>
            </a:lvl2pPr>
            <a:lvl3pPr>
              <a:defRPr sz="750" b="1">
                <a:solidFill>
                  <a:srgbClr val="9AA2AD"/>
                </a:solidFill>
              </a:defRPr>
            </a:lvl3pPr>
            <a:lvl4pPr>
              <a:defRPr sz="750" b="1">
                <a:solidFill>
                  <a:srgbClr val="9AA2AD"/>
                </a:solidFill>
              </a:defRPr>
            </a:lvl4pPr>
            <a:lvl5pPr>
              <a:defRPr sz="750" b="1">
                <a:solidFill>
                  <a:srgbClr val="9AA2AD"/>
                </a:solidFill>
              </a:defRPr>
            </a:lvl5pPr>
            <a:lvl6pPr>
              <a:defRPr sz="750" b="1">
                <a:solidFill>
                  <a:srgbClr val="9AA2AD"/>
                </a:solidFill>
              </a:defRPr>
            </a:lvl6pPr>
            <a:lvl7pPr>
              <a:defRPr sz="750" b="1">
                <a:solidFill>
                  <a:srgbClr val="9AA2AD"/>
                </a:solidFill>
              </a:defRPr>
            </a:lvl7pPr>
            <a:lvl8pPr>
              <a:defRPr sz="750" b="1">
                <a:solidFill>
                  <a:srgbClr val="9AA2AD"/>
                </a:solidFill>
              </a:defRPr>
            </a:lvl8pPr>
            <a:lvl9pPr>
              <a:defRPr sz="750" b="1">
                <a:solidFill>
                  <a:srgbClr val="9AA2AD"/>
                </a:solidFill>
              </a:defRPr>
            </a:lvl9pPr>
          </a:lstStyle>
          <a:p xmlns:a="http://schemas.openxmlformats.org/drawingml/2006/main">
            <a:pPr>
              <a:defRPr sz="750" b="1">
                <a:solidFill>
                  <a:srgbClr val="9AA2AD"/>
                </a:solidFill>
              </a:defRPr>
            </a:pPr>
            <a:r>
              <a:rPr sz="750" b="1">
                <a:solidFill>
                  <a:srgbClr val="9AA2AD"/>
                </a:solidFill>
              </a:rPr>
              <a:t>EXATHON INDIA 2026  ·  KUSHAGRA GUPTA  ·  SYNTHETIC DATA</a:t>
            </a:r>
          </a:p>
        </p:txBody>
      </p:sp>
      <p:sp>
        <p:nvSpPr>
          <p:cNvPr id="24" name="">
            <a:extLst xmlns:a="http://schemas.openxmlformats.org/drawingml/2006/main">
              <a:ext uri="{FF2B5EF4-FFF2-40B4-BE49-F238E27FC236}">
                <a16:creationId xmlns:a16="http://schemas.microsoft.com/office/drawing/2014/main" id="{80A08F5A-8DBC-4A11-A521-A4DB31287925}"/>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03</a:t>
            </a:r>
          </a:p>
        </p:txBody>
      </p:sp>
    </p:spTree>
    <p:extLst>
      <p:ext uri="{BB962C8B-B14F-4D97-AF65-F5344CB8AC3E}">
        <p14:creationId xmlns:p14="http://schemas.microsoft.com/office/powerpoint/2010/main" val="1394229688"/>
      </p:ext>
    </p:extLst>
  </p:cSld>
</p:sld>
</file>

<file path=ppt/slides/slide4.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C0A844-6D49-43AF-89F3-6CD908B141F9}"/>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9A16A06B-3E66-45BC-8037-B1F48427458B}"/>
              </a:ext>
            </a:extLst>
          </p:cNvPr>
          <p:cNvSpPr>
            <a:spLocks xmlns:a="http://schemas.openxmlformats.org/drawingml/2006/main" noGrp="1"/>
          </p:cNvSpPr>
          <p:nvPr/>
        </p:nvSpPr>
        <p:spPr>
          <a:xfrm xmlns:a="http://schemas.openxmlformats.org/drawingml/2006/main">
            <a:off x="609600" y="8001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1E8"/>
                </a:solidFill>
              </a:defRPr>
            </a:defPPr>
            <a:lvl1pPr>
              <a:defRPr sz="3150" b="1">
                <a:solidFill>
                  <a:srgbClr val="F6F1E8"/>
                </a:solidFill>
              </a:defRPr>
            </a:lvl1pPr>
            <a:lvl2pPr>
              <a:defRPr sz="3150" b="1">
                <a:solidFill>
                  <a:srgbClr val="F6F1E8"/>
                </a:solidFill>
              </a:defRPr>
            </a:lvl2pPr>
            <a:lvl3pPr>
              <a:defRPr sz="3150" b="1">
                <a:solidFill>
                  <a:srgbClr val="F6F1E8"/>
                </a:solidFill>
              </a:defRPr>
            </a:lvl3pPr>
            <a:lvl4pPr>
              <a:defRPr sz="3150" b="1">
                <a:solidFill>
                  <a:srgbClr val="F6F1E8"/>
                </a:solidFill>
              </a:defRPr>
            </a:lvl4pPr>
            <a:lvl5pPr>
              <a:defRPr sz="3150" b="1">
                <a:solidFill>
                  <a:srgbClr val="F6F1E8"/>
                </a:solidFill>
              </a:defRPr>
            </a:lvl5pPr>
            <a:lvl6pPr>
              <a:defRPr sz="3150" b="1">
                <a:solidFill>
                  <a:srgbClr val="F6F1E8"/>
                </a:solidFill>
              </a:defRPr>
            </a:lvl6pPr>
            <a:lvl7pPr>
              <a:defRPr sz="3150" b="1">
                <a:solidFill>
                  <a:srgbClr val="F6F1E8"/>
                </a:solidFill>
              </a:defRPr>
            </a:lvl7pPr>
            <a:lvl8pPr>
              <a:defRPr sz="3150" b="1">
                <a:solidFill>
                  <a:srgbClr val="F6F1E8"/>
                </a:solidFill>
              </a:defRPr>
            </a:lvl8pPr>
            <a:lvl9pPr>
              <a:defRPr sz="3150" b="1">
                <a:solidFill>
                  <a:srgbClr val="F6F1E8"/>
                </a:solidFill>
              </a:defRPr>
            </a:lvl9pPr>
          </a:lstStyle>
          <a:p xmlns:a="http://schemas.openxmlformats.org/drawingml/2006/main">
            <a:pPr>
              <a:defRPr sz="3150" b="1">
                <a:solidFill>
                  <a:srgbClr val="F6F1E8"/>
                </a:solidFill>
              </a:defRPr>
            </a:pPr>
            <a:r>
              <a:rPr sz="3150" b="1">
                <a:solidFill>
                  <a:srgbClr val="F6F1E8"/>
                </a:solidFill>
              </a:rPr>
              <a:t>Seed C results and limits</a:t>
            </a:r>
          </a:p>
        </p:txBody>
      </p:sp>
      <p:sp>
        <p:nvSpPr>
          <p:cNvPr id="3" name="">
            <a:extLst xmlns:a="http://schemas.openxmlformats.org/drawingml/2006/main">
              <a:ext uri="{FF2B5EF4-FFF2-40B4-BE49-F238E27FC236}">
                <a16:creationId xmlns:a16="http://schemas.microsoft.com/office/drawing/2014/main" id="{EE6AA91E-C6E2-43AD-83CA-ADC19C19686A}"/>
              </a:ext>
            </a:extLst>
          </p:cNvPr>
          <p:cNvSpPr>
            <a:spLocks xmlns:a="http://schemas.openxmlformats.org/drawingml/2006/main" noGrp="1"/>
          </p:cNvSpPr>
          <p:nvPr/>
        </p:nvSpPr>
        <p:spPr>
          <a:xfrm xmlns:a="http://schemas.openxmlformats.org/drawingml/2006/main">
            <a:off x="609600" y="16954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9AA2AD"/>
                </a:solidFill>
              </a:defRPr>
            </a:defPPr>
            <a:lvl1pPr>
              <a:defRPr sz="1350" b="0">
                <a:solidFill>
                  <a:srgbClr val="9AA2AD"/>
                </a:solidFill>
              </a:defRPr>
            </a:lvl1pPr>
            <a:lvl2pPr>
              <a:defRPr sz="1350" b="0">
                <a:solidFill>
                  <a:srgbClr val="9AA2AD"/>
                </a:solidFill>
              </a:defRPr>
            </a:lvl2pPr>
            <a:lvl3pPr>
              <a:defRPr sz="1350" b="0">
                <a:solidFill>
                  <a:srgbClr val="9AA2AD"/>
                </a:solidFill>
              </a:defRPr>
            </a:lvl3pPr>
            <a:lvl4pPr>
              <a:defRPr sz="1350" b="0">
                <a:solidFill>
                  <a:srgbClr val="9AA2AD"/>
                </a:solidFill>
              </a:defRPr>
            </a:lvl4pPr>
            <a:lvl5pPr>
              <a:defRPr sz="1350" b="0">
                <a:solidFill>
                  <a:srgbClr val="9AA2AD"/>
                </a:solidFill>
              </a:defRPr>
            </a:lvl5pPr>
            <a:lvl6pPr>
              <a:defRPr sz="1350" b="0">
                <a:solidFill>
                  <a:srgbClr val="9AA2AD"/>
                </a:solidFill>
              </a:defRPr>
            </a:lvl6pPr>
            <a:lvl7pPr>
              <a:defRPr sz="1350" b="0">
                <a:solidFill>
                  <a:srgbClr val="9AA2AD"/>
                </a:solidFill>
              </a:defRPr>
            </a:lvl7pPr>
            <a:lvl8pPr>
              <a:defRPr sz="1350" b="0">
                <a:solidFill>
                  <a:srgbClr val="9AA2AD"/>
                </a:solidFill>
              </a:defRPr>
            </a:lvl8pPr>
            <a:lvl9pPr>
              <a:defRPr sz="1350" b="0">
                <a:solidFill>
                  <a:srgbClr val="9AA2AD"/>
                </a:solidFill>
              </a:defRPr>
            </a:lvl9pPr>
          </a:lstStyle>
          <a:p xmlns:a="http://schemas.openxmlformats.org/drawingml/2006/main">
            <a:pPr>
              <a:defRPr sz="1350" b="0">
                <a:solidFill>
                  <a:srgbClr val="9AA2AD"/>
                </a:solidFill>
              </a:defRPr>
            </a:pPr>
            <a:r>
              <a:rPr sz="1350" b="0">
                <a:solidFill>
                  <a:srgbClr val="9AA2AD"/>
                </a:solidFill>
              </a:rPr>
              <a:t>Seed A selected the threshold and factory queue rule. Seed C reports the held-out result.</a:t>
            </a:r>
          </a:p>
        </p:txBody>
      </p:sp>
      <p:sp>
        <p:nvSpPr>
          <p:cNvPr id="4" name="">
            <a:extLst xmlns:a="http://schemas.openxmlformats.org/drawingml/2006/main">
              <a:ext uri="{FF2B5EF4-FFF2-40B4-BE49-F238E27FC236}">
                <a16:creationId xmlns:a16="http://schemas.microsoft.com/office/drawing/2014/main" id="{B7E17546-FDD7-4DD2-8334-AEFD3A3CCF1F}"/>
              </a:ext>
            </a:extLst>
          </p:cNvPr>
          <p:cNvSpPr>
            <a:spLocks xmlns:a="http://schemas.openxmlformats.org/drawingml/2006/main" noGrp="1"/>
          </p:cNvSpPr>
          <p:nvPr/>
        </p:nvSpPr>
        <p:spPr>
          <a:xfrm xmlns:a="http://schemas.openxmlformats.org/drawingml/2006/main">
            <a:off x="609600" y="4019550"/>
            <a:ext cx="2667000" cy="137160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5" name="">
            <a:extLst xmlns:a="http://schemas.openxmlformats.org/drawingml/2006/main">
              <a:ext uri="{FF2B5EF4-FFF2-40B4-BE49-F238E27FC236}">
                <a16:creationId xmlns:a16="http://schemas.microsoft.com/office/drawing/2014/main" id="{1C1FED27-FF16-4632-B08C-2443E6A6878B}"/>
              </a:ext>
            </a:extLst>
          </p:cNvPr>
          <p:cNvSpPr>
            <a:spLocks xmlns:a="http://schemas.openxmlformats.org/drawingml/2006/main" noGrp="1"/>
          </p:cNvSpPr>
          <p:nvPr/>
        </p:nvSpPr>
        <p:spPr>
          <a:xfrm xmlns:a="http://schemas.openxmlformats.org/drawingml/2006/main">
            <a:off x="800100" y="426720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B7D660"/>
                </a:solidFill>
              </a:defRPr>
            </a:defPPr>
            <a:lvl1pPr>
              <a:defRPr sz="2550" b="1">
                <a:solidFill>
                  <a:srgbClr val="B7D660"/>
                </a:solidFill>
              </a:defRPr>
            </a:lvl1pPr>
            <a:lvl2pPr>
              <a:defRPr sz="2550" b="1">
                <a:solidFill>
                  <a:srgbClr val="B7D660"/>
                </a:solidFill>
              </a:defRPr>
            </a:lvl2pPr>
            <a:lvl3pPr>
              <a:defRPr sz="2550" b="1">
                <a:solidFill>
                  <a:srgbClr val="B7D660"/>
                </a:solidFill>
              </a:defRPr>
            </a:lvl3pPr>
            <a:lvl4pPr>
              <a:defRPr sz="2550" b="1">
                <a:solidFill>
                  <a:srgbClr val="B7D660"/>
                </a:solidFill>
              </a:defRPr>
            </a:lvl4pPr>
            <a:lvl5pPr>
              <a:defRPr sz="2550" b="1">
                <a:solidFill>
                  <a:srgbClr val="B7D660"/>
                </a:solidFill>
              </a:defRPr>
            </a:lvl5pPr>
            <a:lvl6pPr>
              <a:defRPr sz="2550" b="1">
                <a:solidFill>
                  <a:srgbClr val="B7D660"/>
                </a:solidFill>
              </a:defRPr>
            </a:lvl6pPr>
            <a:lvl7pPr>
              <a:defRPr sz="2550" b="1">
                <a:solidFill>
                  <a:srgbClr val="B7D660"/>
                </a:solidFill>
              </a:defRPr>
            </a:lvl7pPr>
            <a:lvl8pPr>
              <a:defRPr sz="2550" b="1">
                <a:solidFill>
                  <a:srgbClr val="B7D660"/>
                </a:solidFill>
              </a:defRPr>
            </a:lvl8pPr>
            <a:lvl9pPr>
              <a:defRPr sz="2550" b="1">
                <a:solidFill>
                  <a:srgbClr val="B7D660"/>
                </a:solidFill>
              </a:defRPr>
            </a:lvl9pPr>
          </a:lstStyle>
          <a:p xmlns:a="http://schemas.openxmlformats.org/drawingml/2006/main">
            <a:pPr>
              <a:defRPr sz="2550" b="1">
                <a:solidFill>
                  <a:srgbClr val="B7D660"/>
                </a:solidFill>
              </a:defRPr>
            </a:pPr>
            <a:r>
              <a:rPr sz="2550" b="1">
                <a:solidFill>
                  <a:srgbClr val="B7D660"/>
                </a:solidFill>
              </a:rPr>
              <a:t>84.01%</a:t>
            </a:r>
          </a:p>
        </p:txBody>
      </p:sp>
      <p:sp>
        <p:nvSpPr>
          <p:cNvPr id="6" name="">
            <a:extLst xmlns:a="http://schemas.openxmlformats.org/drawingml/2006/main">
              <a:ext uri="{FF2B5EF4-FFF2-40B4-BE49-F238E27FC236}">
                <a16:creationId xmlns:a16="http://schemas.microsoft.com/office/drawing/2014/main" id="{C66066E5-BDFA-42CB-9A39-3559E99575C5}"/>
              </a:ext>
            </a:extLst>
          </p:cNvPr>
          <p:cNvSpPr>
            <a:spLocks xmlns:a="http://schemas.openxmlformats.org/drawingml/2006/main" noGrp="1"/>
          </p:cNvSpPr>
          <p:nvPr/>
        </p:nvSpPr>
        <p:spPr>
          <a:xfrm xmlns:a="http://schemas.openxmlformats.org/drawingml/2006/main">
            <a:off x="800100" y="485775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F6F1E8"/>
                </a:solidFill>
              </a:defRPr>
            </a:defPPr>
            <a:lvl1pPr>
              <a:defRPr sz="975" b="0">
                <a:solidFill>
                  <a:srgbClr val="F6F1E8"/>
                </a:solidFill>
              </a:defRPr>
            </a:lvl1pPr>
            <a:lvl2pPr>
              <a:defRPr sz="975" b="0">
                <a:solidFill>
                  <a:srgbClr val="F6F1E8"/>
                </a:solidFill>
              </a:defRPr>
            </a:lvl2pPr>
            <a:lvl3pPr>
              <a:defRPr sz="975" b="0">
                <a:solidFill>
                  <a:srgbClr val="F6F1E8"/>
                </a:solidFill>
              </a:defRPr>
            </a:lvl3pPr>
            <a:lvl4pPr>
              <a:defRPr sz="975" b="0">
                <a:solidFill>
                  <a:srgbClr val="F6F1E8"/>
                </a:solidFill>
              </a:defRPr>
            </a:lvl4pPr>
            <a:lvl5pPr>
              <a:defRPr sz="975" b="0">
                <a:solidFill>
                  <a:srgbClr val="F6F1E8"/>
                </a:solidFill>
              </a:defRPr>
            </a:lvl5pPr>
            <a:lvl6pPr>
              <a:defRPr sz="975" b="0">
                <a:solidFill>
                  <a:srgbClr val="F6F1E8"/>
                </a:solidFill>
              </a:defRPr>
            </a:lvl6pPr>
            <a:lvl7pPr>
              <a:defRPr sz="975" b="0">
                <a:solidFill>
                  <a:srgbClr val="F6F1E8"/>
                </a:solidFill>
              </a:defRPr>
            </a:lvl7pPr>
            <a:lvl8pPr>
              <a:defRPr sz="975" b="0">
                <a:solidFill>
                  <a:srgbClr val="F6F1E8"/>
                </a:solidFill>
              </a:defRPr>
            </a:lvl8pPr>
            <a:lvl9pPr>
              <a:defRPr sz="975" b="0">
                <a:solidFill>
                  <a:srgbClr val="F6F1E8"/>
                </a:solidFill>
              </a:defRPr>
            </a:lvl9pPr>
          </a:lstStyle>
          <a:p xmlns:a="http://schemas.openxmlformats.org/drawingml/2006/main">
            <a:pPr>
              <a:defRPr sz="975" b="0">
                <a:solidFill>
                  <a:srgbClr val="F6F1E8"/>
                </a:solidFill>
              </a:defRPr>
            </a:pPr>
            <a:r>
              <a:rPr sz="975" b="0">
                <a:solidFill>
                  <a:srgbClr val="F6F1E8"/>
                </a:solidFill>
              </a:rPr>
              <a:t>Factory-month recall</a:t>
            </a:r>
          </a:p>
        </p:txBody>
      </p:sp>
      <p:sp>
        <p:nvSpPr>
          <p:cNvPr id="7" name="">
            <a:extLst xmlns:a="http://schemas.openxmlformats.org/drawingml/2006/main">
              <a:ext uri="{FF2B5EF4-FFF2-40B4-BE49-F238E27FC236}">
                <a16:creationId xmlns:a16="http://schemas.microsoft.com/office/drawing/2014/main" id="{74827330-B440-43E6-A3AA-1C1C31605877}"/>
              </a:ext>
            </a:extLst>
          </p:cNvPr>
          <p:cNvSpPr>
            <a:spLocks xmlns:a="http://schemas.openxmlformats.org/drawingml/2006/main" noGrp="1"/>
          </p:cNvSpPr>
          <p:nvPr/>
        </p:nvSpPr>
        <p:spPr>
          <a:xfrm xmlns:a="http://schemas.openxmlformats.org/drawingml/2006/main">
            <a:off x="3524250" y="4019550"/>
            <a:ext cx="2667000" cy="137160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8" name="">
            <a:extLst xmlns:a="http://schemas.openxmlformats.org/drawingml/2006/main">
              <a:ext uri="{FF2B5EF4-FFF2-40B4-BE49-F238E27FC236}">
                <a16:creationId xmlns:a16="http://schemas.microsoft.com/office/drawing/2014/main" id="{A10B7F7C-F151-4276-B9C1-278A4E5FAFC6}"/>
              </a:ext>
            </a:extLst>
          </p:cNvPr>
          <p:cNvSpPr>
            <a:spLocks xmlns:a="http://schemas.openxmlformats.org/drawingml/2006/main" noGrp="1"/>
          </p:cNvSpPr>
          <p:nvPr/>
        </p:nvSpPr>
        <p:spPr>
          <a:xfrm xmlns:a="http://schemas.openxmlformats.org/drawingml/2006/main">
            <a:off x="3714750" y="426720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B7D660"/>
                </a:solidFill>
              </a:defRPr>
            </a:defPPr>
            <a:lvl1pPr>
              <a:defRPr sz="2550" b="1">
                <a:solidFill>
                  <a:srgbClr val="B7D660"/>
                </a:solidFill>
              </a:defRPr>
            </a:lvl1pPr>
            <a:lvl2pPr>
              <a:defRPr sz="2550" b="1">
                <a:solidFill>
                  <a:srgbClr val="B7D660"/>
                </a:solidFill>
              </a:defRPr>
            </a:lvl2pPr>
            <a:lvl3pPr>
              <a:defRPr sz="2550" b="1">
                <a:solidFill>
                  <a:srgbClr val="B7D660"/>
                </a:solidFill>
              </a:defRPr>
            </a:lvl3pPr>
            <a:lvl4pPr>
              <a:defRPr sz="2550" b="1">
                <a:solidFill>
                  <a:srgbClr val="B7D660"/>
                </a:solidFill>
              </a:defRPr>
            </a:lvl4pPr>
            <a:lvl5pPr>
              <a:defRPr sz="2550" b="1">
                <a:solidFill>
                  <a:srgbClr val="B7D660"/>
                </a:solidFill>
              </a:defRPr>
            </a:lvl5pPr>
            <a:lvl6pPr>
              <a:defRPr sz="2550" b="1">
                <a:solidFill>
                  <a:srgbClr val="B7D660"/>
                </a:solidFill>
              </a:defRPr>
            </a:lvl6pPr>
            <a:lvl7pPr>
              <a:defRPr sz="2550" b="1">
                <a:solidFill>
                  <a:srgbClr val="B7D660"/>
                </a:solidFill>
              </a:defRPr>
            </a:lvl7pPr>
            <a:lvl8pPr>
              <a:defRPr sz="2550" b="1">
                <a:solidFill>
                  <a:srgbClr val="B7D660"/>
                </a:solidFill>
              </a:defRPr>
            </a:lvl8pPr>
            <a:lvl9pPr>
              <a:defRPr sz="2550" b="1">
                <a:solidFill>
                  <a:srgbClr val="B7D660"/>
                </a:solidFill>
              </a:defRPr>
            </a:lvl9pPr>
          </a:lstStyle>
          <a:p xmlns:a="http://schemas.openxmlformats.org/drawingml/2006/main">
            <a:pPr>
              <a:defRPr sz="2550" b="1">
                <a:solidFill>
                  <a:srgbClr val="B7D660"/>
                </a:solidFill>
              </a:defRPr>
            </a:pPr>
            <a:r>
              <a:rPr sz="2550" b="1">
                <a:solidFill>
                  <a:srgbClr val="B7D660"/>
                </a:solidFill>
              </a:rPr>
              <a:t>16.58%</a:t>
            </a:r>
          </a:p>
        </p:txBody>
      </p:sp>
      <p:sp>
        <p:nvSpPr>
          <p:cNvPr id="9" name="">
            <a:extLst xmlns:a="http://schemas.openxmlformats.org/drawingml/2006/main">
              <a:ext uri="{FF2B5EF4-FFF2-40B4-BE49-F238E27FC236}">
                <a16:creationId xmlns:a16="http://schemas.microsoft.com/office/drawing/2014/main" id="{92E76908-5003-491D-BFCA-21FB4E5BDBE9}"/>
              </a:ext>
            </a:extLst>
          </p:cNvPr>
          <p:cNvSpPr>
            <a:spLocks xmlns:a="http://schemas.openxmlformats.org/drawingml/2006/main" noGrp="1"/>
          </p:cNvSpPr>
          <p:nvPr/>
        </p:nvSpPr>
        <p:spPr>
          <a:xfrm xmlns:a="http://schemas.openxmlformats.org/drawingml/2006/main">
            <a:off x="3714750" y="485775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F6F1E8"/>
                </a:solidFill>
              </a:defRPr>
            </a:defPPr>
            <a:lvl1pPr>
              <a:defRPr sz="975" b="0">
                <a:solidFill>
                  <a:srgbClr val="F6F1E8"/>
                </a:solidFill>
              </a:defRPr>
            </a:lvl1pPr>
            <a:lvl2pPr>
              <a:defRPr sz="975" b="0">
                <a:solidFill>
                  <a:srgbClr val="F6F1E8"/>
                </a:solidFill>
              </a:defRPr>
            </a:lvl2pPr>
            <a:lvl3pPr>
              <a:defRPr sz="975" b="0">
                <a:solidFill>
                  <a:srgbClr val="F6F1E8"/>
                </a:solidFill>
              </a:defRPr>
            </a:lvl3pPr>
            <a:lvl4pPr>
              <a:defRPr sz="975" b="0">
                <a:solidFill>
                  <a:srgbClr val="F6F1E8"/>
                </a:solidFill>
              </a:defRPr>
            </a:lvl4pPr>
            <a:lvl5pPr>
              <a:defRPr sz="975" b="0">
                <a:solidFill>
                  <a:srgbClr val="F6F1E8"/>
                </a:solidFill>
              </a:defRPr>
            </a:lvl5pPr>
            <a:lvl6pPr>
              <a:defRPr sz="975" b="0">
                <a:solidFill>
                  <a:srgbClr val="F6F1E8"/>
                </a:solidFill>
              </a:defRPr>
            </a:lvl6pPr>
            <a:lvl7pPr>
              <a:defRPr sz="975" b="0">
                <a:solidFill>
                  <a:srgbClr val="F6F1E8"/>
                </a:solidFill>
              </a:defRPr>
            </a:lvl7pPr>
            <a:lvl8pPr>
              <a:defRPr sz="975" b="0">
                <a:solidFill>
                  <a:srgbClr val="F6F1E8"/>
                </a:solidFill>
              </a:defRPr>
            </a:lvl8pPr>
            <a:lvl9pPr>
              <a:defRPr sz="975" b="0">
                <a:solidFill>
                  <a:srgbClr val="F6F1E8"/>
                </a:solidFill>
              </a:defRPr>
            </a:lvl9pPr>
          </a:lstStyle>
          <a:p xmlns:a="http://schemas.openxmlformats.org/drawingml/2006/main">
            <a:pPr>
              <a:defRPr sz="975" b="0">
                <a:solidFill>
                  <a:srgbClr val="F6F1E8"/>
                </a:solidFill>
              </a:defRPr>
            </a:pPr>
            <a:r>
              <a:rPr sz="975" b="0">
                <a:solidFill>
                  <a:srgbClr val="F6F1E8"/>
                </a:solidFill>
              </a:rPr>
              <a:t>Factory-month false-positive rate</a:t>
            </a:r>
          </a:p>
        </p:txBody>
      </p:sp>
      <p:sp>
        <p:nvSpPr>
          <p:cNvPr id="10" name="">
            <a:extLst xmlns:a="http://schemas.openxmlformats.org/drawingml/2006/main">
              <a:ext uri="{FF2B5EF4-FFF2-40B4-BE49-F238E27FC236}">
                <a16:creationId xmlns:a16="http://schemas.microsoft.com/office/drawing/2014/main" id="{7B872124-B0BE-4BC1-8D75-CD9236757B0C}"/>
              </a:ext>
            </a:extLst>
          </p:cNvPr>
          <p:cNvSpPr>
            <a:spLocks xmlns:a="http://schemas.openxmlformats.org/drawingml/2006/main" noGrp="1"/>
          </p:cNvSpPr>
          <p:nvPr/>
        </p:nvSpPr>
        <p:spPr>
          <a:xfrm xmlns:a="http://schemas.openxmlformats.org/drawingml/2006/main">
            <a:off x="6438900" y="4019550"/>
            <a:ext cx="2667000" cy="137160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11" name="">
            <a:extLst xmlns:a="http://schemas.openxmlformats.org/drawingml/2006/main">
              <a:ext uri="{FF2B5EF4-FFF2-40B4-BE49-F238E27FC236}">
                <a16:creationId xmlns:a16="http://schemas.microsoft.com/office/drawing/2014/main" id="{3302201B-CDF7-44FD-B218-445657A7B7E6}"/>
              </a:ext>
            </a:extLst>
          </p:cNvPr>
          <p:cNvSpPr>
            <a:spLocks xmlns:a="http://schemas.openxmlformats.org/drawingml/2006/main" noGrp="1"/>
          </p:cNvSpPr>
          <p:nvPr/>
        </p:nvSpPr>
        <p:spPr>
          <a:xfrm xmlns:a="http://schemas.openxmlformats.org/drawingml/2006/main">
            <a:off x="6629400" y="426720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B7D660"/>
                </a:solidFill>
              </a:defRPr>
            </a:defPPr>
            <a:lvl1pPr>
              <a:defRPr sz="2550" b="1">
                <a:solidFill>
                  <a:srgbClr val="B7D660"/>
                </a:solidFill>
              </a:defRPr>
            </a:lvl1pPr>
            <a:lvl2pPr>
              <a:defRPr sz="2550" b="1">
                <a:solidFill>
                  <a:srgbClr val="B7D660"/>
                </a:solidFill>
              </a:defRPr>
            </a:lvl2pPr>
            <a:lvl3pPr>
              <a:defRPr sz="2550" b="1">
                <a:solidFill>
                  <a:srgbClr val="B7D660"/>
                </a:solidFill>
              </a:defRPr>
            </a:lvl3pPr>
            <a:lvl4pPr>
              <a:defRPr sz="2550" b="1">
                <a:solidFill>
                  <a:srgbClr val="B7D660"/>
                </a:solidFill>
              </a:defRPr>
            </a:lvl4pPr>
            <a:lvl5pPr>
              <a:defRPr sz="2550" b="1">
                <a:solidFill>
                  <a:srgbClr val="B7D660"/>
                </a:solidFill>
              </a:defRPr>
            </a:lvl5pPr>
            <a:lvl6pPr>
              <a:defRPr sz="2550" b="1">
                <a:solidFill>
                  <a:srgbClr val="B7D660"/>
                </a:solidFill>
              </a:defRPr>
            </a:lvl6pPr>
            <a:lvl7pPr>
              <a:defRPr sz="2550" b="1">
                <a:solidFill>
                  <a:srgbClr val="B7D660"/>
                </a:solidFill>
              </a:defRPr>
            </a:lvl7pPr>
            <a:lvl8pPr>
              <a:defRPr sz="2550" b="1">
                <a:solidFill>
                  <a:srgbClr val="B7D660"/>
                </a:solidFill>
              </a:defRPr>
            </a:lvl8pPr>
            <a:lvl9pPr>
              <a:defRPr sz="2550" b="1">
                <a:solidFill>
                  <a:srgbClr val="B7D660"/>
                </a:solidFill>
              </a:defRPr>
            </a:lvl9pPr>
          </a:lstStyle>
          <a:p xmlns:a="http://schemas.openxmlformats.org/drawingml/2006/main">
            <a:pPr>
              <a:defRPr sz="2550" b="1">
                <a:solidFill>
                  <a:srgbClr val="B7D660"/>
                </a:solidFill>
              </a:defRPr>
            </a:pPr>
            <a:r>
              <a:rPr sz="2550" b="1">
                <a:solidFill>
                  <a:srgbClr val="B7D660"/>
                </a:solidFill>
              </a:rPr>
              <a:t>58.67%</a:t>
            </a:r>
          </a:p>
        </p:txBody>
      </p:sp>
      <p:sp>
        <p:nvSpPr>
          <p:cNvPr id="12" name="">
            <a:extLst xmlns:a="http://schemas.openxmlformats.org/drawingml/2006/main">
              <a:ext uri="{FF2B5EF4-FFF2-40B4-BE49-F238E27FC236}">
                <a16:creationId xmlns:a16="http://schemas.microsoft.com/office/drawing/2014/main" id="{2CC6FB1E-FFC7-4D6B-B9F5-2DC1CC20C226}"/>
              </a:ext>
            </a:extLst>
          </p:cNvPr>
          <p:cNvSpPr>
            <a:spLocks xmlns:a="http://schemas.openxmlformats.org/drawingml/2006/main" noGrp="1"/>
          </p:cNvSpPr>
          <p:nvPr/>
        </p:nvSpPr>
        <p:spPr>
          <a:xfrm xmlns:a="http://schemas.openxmlformats.org/drawingml/2006/main">
            <a:off x="6629400" y="485775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F6F1E8"/>
                </a:solidFill>
              </a:defRPr>
            </a:defPPr>
            <a:lvl1pPr>
              <a:defRPr sz="975" b="0">
                <a:solidFill>
                  <a:srgbClr val="F6F1E8"/>
                </a:solidFill>
              </a:defRPr>
            </a:lvl1pPr>
            <a:lvl2pPr>
              <a:defRPr sz="975" b="0">
                <a:solidFill>
                  <a:srgbClr val="F6F1E8"/>
                </a:solidFill>
              </a:defRPr>
            </a:lvl2pPr>
            <a:lvl3pPr>
              <a:defRPr sz="975" b="0">
                <a:solidFill>
                  <a:srgbClr val="F6F1E8"/>
                </a:solidFill>
              </a:defRPr>
            </a:lvl3pPr>
            <a:lvl4pPr>
              <a:defRPr sz="975" b="0">
                <a:solidFill>
                  <a:srgbClr val="F6F1E8"/>
                </a:solidFill>
              </a:defRPr>
            </a:lvl4pPr>
            <a:lvl5pPr>
              <a:defRPr sz="975" b="0">
                <a:solidFill>
                  <a:srgbClr val="F6F1E8"/>
                </a:solidFill>
              </a:defRPr>
            </a:lvl5pPr>
            <a:lvl6pPr>
              <a:defRPr sz="975" b="0">
                <a:solidFill>
                  <a:srgbClr val="F6F1E8"/>
                </a:solidFill>
              </a:defRPr>
            </a:lvl6pPr>
            <a:lvl7pPr>
              <a:defRPr sz="975" b="0">
                <a:solidFill>
                  <a:srgbClr val="F6F1E8"/>
                </a:solidFill>
              </a:defRPr>
            </a:lvl7pPr>
            <a:lvl8pPr>
              <a:defRPr sz="975" b="0">
                <a:solidFill>
                  <a:srgbClr val="F6F1E8"/>
                </a:solidFill>
              </a:defRPr>
            </a:lvl8pPr>
            <a:lvl9pPr>
              <a:defRPr sz="975" b="0">
                <a:solidFill>
                  <a:srgbClr val="F6F1E8"/>
                </a:solidFill>
              </a:defRPr>
            </a:lvl9pPr>
          </a:lstStyle>
          <a:p xmlns:a="http://schemas.openxmlformats.org/drawingml/2006/main">
            <a:pPr>
              <a:defRPr sz="975" b="0">
                <a:solidFill>
                  <a:srgbClr val="F6F1E8"/>
                </a:solidFill>
              </a:defRPr>
            </a:pPr>
            <a:r>
              <a:rPr sz="975" b="0">
                <a:solidFill>
                  <a:srgbClr val="F6F1E8"/>
                </a:solidFill>
              </a:rPr>
              <a:t>Queue precision after K=4 months</a:t>
            </a:r>
          </a:p>
        </p:txBody>
      </p:sp>
      <p:sp>
        <p:nvSpPr>
          <p:cNvPr id="13" name="">
            <a:extLst xmlns:a="http://schemas.openxmlformats.org/drawingml/2006/main">
              <a:ext uri="{FF2B5EF4-FFF2-40B4-BE49-F238E27FC236}">
                <a16:creationId xmlns:a16="http://schemas.microsoft.com/office/drawing/2014/main" id="{D3B71051-7EBE-4AC6-A911-B556951BAA3A}"/>
              </a:ext>
            </a:extLst>
          </p:cNvPr>
          <p:cNvSpPr>
            <a:spLocks xmlns:a="http://schemas.openxmlformats.org/drawingml/2006/main" noGrp="1"/>
          </p:cNvSpPr>
          <p:nvPr/>
        </p:nvSpPr>
        <p:spPr>
          <a:xfrm xmlns:a="http://schemas.openxmlformats.org/drawingml/2006/main">
            <a:off x="609600" y="57150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6F1E8"/>
                </a:solidFill>
              </a:defRPr>
            </a:defPPr>
            <a:lvl1pPr>
              <a:defRPr sz="1200" b="0">
                <a:solidFill>
                  <a:srgbClr val="F6F1E8"/>
                </a:solidFill>
              </a:defRPr>
            </a:lvl1pPr>
            <a:lvl2pPr>
              <a:defRPr sz="1200" b="0">
                <a:solidFill>
                  <a:srgbClr val="F6F1E8"/>
                </a:solidFill>
              </a:defRPr>
            </a:lvl2pPr>
            <a:lvl3pPr>
              <a:defRPr sz="1200" b="0">
                <a:solidFill>
                  <a:srgbClr val="F6F1E8"/>
                </a:solidFill>
              </a:defRPr>
            </a:lvl3pPr>
            <a:lvl4pPr>
              <a:defRPr sz="1200" b="0">
                <a:solidFill>
                  <a:srgbClr val="F6F1E8"/>
                </a:solidFill>
              </a:defRPr>
            </a:lvl4pPr>
            <a:lvl5pPr>
              <a:defRPr sz="1200" b="0">
                <a:solidFill>
                  <a:srgbClr val="F6F1E8"/>
                </a:solidFill>
              </a:defRPr>
            </a:lvl5pPr>
            <a:lvl6pPr>
              <a:defRPr sz="1200" b="0">
                <a:solidFill>
                  <a:srgbClr val="F6F1E8"/>
                </a:solidFill>
              </a:defRPr>
            </a:lvl6pPr>
            <a:lvl7pPr>
              <a:defRPr sz="1200" b="0">
                <a:solidFill>
                  <a:srgbClr val="F6F1E8"/>
                </a:solidFill>
              </a:defRPr>
            </a:lvl7pPr>
            <a:lvl8pPr>
              <a:defRPr sz="1200" b="0">
                <a:solidFill>
                  <a:srgbClr val="F6F1E8"/>
                </a:solidFill>
              </a:defRPr>
            </a:lvl8pPr>
            <a:lvl9pPr>
              <a:defRPr sz="1200" b="0">
                <a:solidFill>
                  <a:srgbClr val="F6F1E8"/>
                </a:solidFill>
              </a:defRPr>
            </a:lvl9pPr>
          </a:lstStyle>
          <a:p xmlns:a="http://schemas.openxmlformats.org/drawingml/2006/main">
            <a:pPr>
              <a:defRPr sz="1200" b="0">
                <a:solidFill>
                  <a:srgbClr val="F6F1E8"/>
                </a:solidFill>
              </a:defRPr>
            </a:pPr>
            <a:r>
              <a:rPr sz="1200" b="0">
                <a:solidFill>
                  <a:srgbClr val="F6F1E8"/>
                </a:solidFill>
              </a:rPr>
              <a:t>917 factories enter the K-month queue. The top 50-case snapshot has 75.00% synthetic precision.</a:t>
            </a:r>
          </a:p>
        </p:txBody>
      </p:sp>
      <p:sp>
        <p:nvSpPr>
          <p:cNvPr id="14" name="">
            <a:extLst xmlns:a="http://schemas.openxmlformats.org/drawingml/2006/main">
              <a:ext uri="{FF2B5EF4-FFF2-40B4-BE49-F238E27FC236}">
                <a16:creationId xmlns:a16="http://schemas.microsoft.com/office/drawing/2014/main" id="{CB271F02-B75E-49E9-BEE2-534B790F4E57}"/>
              </a:ext>
            </a:extLst>
          </p:cNvPr>
          <p:cNvSpPr>
            <a:spLocks xmlns:a="http://schemas.openxmlformats.org/drawingml/2006/main" noGrp="1"/>
          </p:cNvSpPr>
          <p:nvPr/>
        </p:nvSpPr>
        <p:spPr>
          <a:xfrm xmlns:a="http://schemas.openxmlformats.org/drawingml/2006/main">
            <a:off x="609600" y="61341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9AA2AD"/>
                </a:solidFill>
              </a:defRPr>
            </a:defPPr>
            <a:lvl1pPr>
              <a:defRPr sz="900" b="0">
                <a:solidFill>
                  <a:srgbClr val="9AA2AD"/>
                </a:solidFill>
              </a:defRPr>
            </a:lvl1pPr>
            <a:lvl2pPr>
              <a:defRPr sz="900" b="0">
                <a:solidFill>
                  <a:srgbClr val="9AA2AD"/>
                </a:solidFill>
              </a:defRPr>
            </a:lvl2pPr>
            <a:lvl3pPr>
              <a:defRPr sz="900" b="0">
                <a:solidFill>
                  <a:srgbClr val="9AA2AD"/>
                </a:solidFill>
              </a:defRPr>
            </a:lvl3pPr>
            <a:lvl4pPr>
              <a:defRPr sz="900" b="0">
                <a:solidFill>
                  <a:srgbClr val="9AA2AD"/>
                </a:solidFill>
              </a:defRPr>
            </a:lvl4pPr>
            <a:lvl5pPr>
              <a:defRPr sz="900" b="0">
                <a:solidFill>
                  <a:srgbClr val="9AA2AD"/>
                </a:solidFill>
              </a:defRPr>
            </a:lvl5pPr>
            <a:lvl6pPr>
              <a:defRPr sz="900" b="0">
                <a:solidFill>
                  <a:srgbClr val="9AA2AD"/>
                </a:solidFill>
              </a:defRPr>
            </a:lvl6pPr>
            <a:lvl7pPr>
              <a:defRPr sz="900" b="0">
                <a:solidFill>
                  <a:srgbClr val="9AA2AD"/>
                </a:solidFill>
              </a:defRPr>
            </a:lvl7pPr>
            <a:lvl8pPr>
              <a:defRPr sz="900" b="0">
                <a:solidFill>
                  <a:srgbClr val="9AA2AD"/>
                </a:solidFill>
              </a:defRPr>
            </a:lvl8pPr>
            <a:lvl9pPr>
              <a:defRPr sz="900" b="0">
                <a:solidFill>
                  <a:srgbClr val="9AA2AD"/>
                </a:solidFill>
              </a:defRPr>
            </a:lvl9pPr>
          </a:lstStyle>
          <a:p xmlns:a="http://schemas.openxmlformats.org/drawingml/2006/main">
            <a:pPr>
              <a:defRPr sz="900" b="0">
                <a:solidFill>
                  <a:srgbClr val="9AA2AD"/>
                </a:solidFill>
              </a:defRPr>
            </a:pPr>
            <a:r>
              <a:rPr sz="900" b="0">
                <a:solidFill>
                  <a:srgbClr val="9AA2AD"/>
                </a:solidFill>
              </a:rPr>
              <a:t>Limits: synthetic data only. Human review remains required. Confidence intervals do not measure generator bias. Power and bank data require lawful access and privacy safeguards.</a:t>
            </a:r>
          </a:p>
        </p:txBody>
      </p:sp>
      <p:sp>
        <p:nvSpPr>
          <p:cNvPr id="15" name="">
            <a:extLst xmlns:a="http://schemas.openxmlformats.org/drawingml/2006/main">
              <a:ext uri="{FF2B5EF4-FFF2-40B4-BE49-F238E27FC236}">
                <a16:creationId xmlns:a16="http://schemas.microsoft.com/office/drawing/2014/main" id="{A3C4C20E-BD95-462D-A7CF-457F1D495ACF}"/>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defRPr sz="750" b="1">
                <a:solidFill>
                  <a:srgbClr val="9AA2AD"/>
                </a:solidFill>
              </a:defRPr>
            </a:lvl1pPr>
            <a:lvl2pPr>
              <a:defRPr sz="750" b="1">
                <a:solidFill>
                  <a:srgbClr val="9AA2AD"/>
                </a:solidFill>
              </a:defRPr>
            </a:lvl2pPr>
            <a:lvl3pPr>
              <a:defRPr sz="750" b="1">
                <a:solidFill>
                  <a:srgbClr val="9AA2AD"/>
                </a:solidFill>
              </a:defRPr>
            </a:lvl3pPr>
            <a:lvl4pPr>
              <a:defRPr sz="750" b="1">
                <a:solidFill>
                  <a:srgbClr val="9AA2AD"/>
                </a:solidFill>
              </a:defRPr>
            </a:lvl4pPr>
            <a:lvl5pPr>
              <a:defRPr sz="750" b="1">
                <a:solidFill>
                  <a:srgbClr val="9AA2AD"/>
                </a:solidFill>
              </a:defRPr>
            </a:lvl5pPr>
            <a:lvl6pPr>
              <a:defRPr sz="750" b="1">
                <a:solidFill>
                  <a:srgbClr val="9AA2AD"/>
                </a:solidFill>
              </a:defRPr>
            </a:lvl6pPr>
            <a:lvl7pPr>
              <a:defRPr sz="750" b="1">
                <a:solidFill>
                  <a:srgbClr val="9AA2AD"/>
                </a:solidFill>
              </a:defRPr>
            </a:lvl7pPr>
            <a:lvl8pPr>
              <a:defRPr sz="750" b="1">
                <a:solidFill>
                  <a:srgbClr val="9AA2AD"/>
                </a:solidFill>
              </a:defRPr>
            </a:lvl8pPr>
            <a:lvl9pPr>
              <a:defRPr sz="750" b="1">
                <a:solidFill>
                  <a:srgbClr val="9AA2AD"/>
                </a:solidFill>
              </a:defRPr>
            </a:lvl9pPr>
          </a:lstStyle>
          <a:p xmlns:a="http://schemas.openxmlformats.org/drawingml/2006/main">
            <a:pPr>
              <a:defRPr sz="750" b="1">
                <a:solidFill>
                  <a:srgbClr val="9AA2AD"/>
                </a:solidFill>
              </a:defRPr>
            </a:pPr>
            <a:r>
              <a:rPr sz="750" b="1">
                <a:solidFill>
                  <a:srgbClr val="9AA2AD"/>
                </a:solidFill>
              </a:rPr>
              <a:t>EXATHON INDIA 2026  ·  KUSHAGRA GUPTA  ·  SYNTHETIC DATA</a:t>
            </a:r>
          </a:p>
        </p:txBody>
      </p:sp>
      <p:sp>
        <p:nvSpPr>
          <p:cNvPr id="16" name="">
            <a:extLst xmlns:a="http://schemas.openxmlformats.org/drawingml/2006/main">
              <a:ext uri="{FF2B5EF4-FFF2-40B4-BE49-F238E27FC236}">
                <a16:creationId xmlns:a16="http://schemas.microsoft.com/office/drawing/2014/main" id="{2E911DD7-3261-4072-BEFC-89F7D1DD53E6}"/>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04</a:t>
            </a:r>
          </a:p>
        </p:txBody>
      </p:sp>
    </p:spTree>
    <p:extLst>
      <p:ext uri="{BB962C8B-B14F-4D97-AF65-F5344CB8AC3E}">
        <p14:creationId xmlns:p14="http://schemas.microsoft.com/office/powerpoint/2010/main" val="1539311774"/>
      </p:ext>
    </p:extLst>
  </p:cSld>
</p:sld>
</file>

<file path=ppt/slides/slide5.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E27535-E8FD-4A71-8BDD-46A4663E6776}"/>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C94DFC12-85E6-46CD-AED5-F58D05CF3A7F}"/>
              </a:ext>
            </a:extLst>
          </p:cNvPr>
          <p:cNvSpPr>
            <a:spLocks xmlns:a="http://schemas.openxmlformats.org/drawingml/2006/main" noGrp="1"/>
          </p:cNvSpPr>
          <p:nvPr/>
        </p:nvSpPr>
        <p:spPr>
          <a:xfrm xmlns:a="http://schemas.openxmlformats.org/drawingml/2006/main">
            <a:off x="609600" y="8001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1E8"/>
                </a:solidFill>
              </a:defRPr>
            </a:defPPr>
            <a:lvl1pPr>
              <a:defRPr sz="3150" b="1">
                <a:solidFill>
                  <a:srgbClr val="F6F1E8"/>
                </a:solidFill>
              </a:defRPr>
            </a:lvl1pPr>
            <a:lvl2pPr>
              <a:defRPr sz="3150" b="1">
                <a:solidFill>
                  <a:srgbClr val="F6F1E8"/>
                </a:solidFill>
              </a:defRPr>
            </a:lvl2pPr>
            <a:lvl3pPr>
              <a:defRPr sz="3150" b="1">
                <a:solidFill>
                  <a:srgbClr val="F6F1E8"/>
                </a:solidFill>
              </a:defRPr>
            </a:lvl3pPr>
            <a:lvl4pPr>
              <a:defRPr sz="3150" b="1">
                <a:solidFill>
                  <a:srgbClr val="F6F1E8"/>
                </a:solidFill>
              </a:defRPr>
            </a:lvl4pPr>
            <a:lvl5pPr>
              <a:defRPr sz="3150" b="1">
                <a:solidFill>
                  <a:srgbClr val="F6F1E8"/>
                </a:solidFill>
              </a:defRPr>
            </a:lvl5pPr>
            <a:lvl6pPr>
              <a:defRPr sz="3150" b="1">
                <a:solidFill>
                  <a:srgbClr val="F6F1E8"/>
                </a:solidFill>
              </a:defRPr>
            </a:lvl6pPr>
            <a:lvl7pPr>
              <a:defRPr sz="3150" b="1">
                <a:solidFill>
                  <a:srgbClr val="F6F1E8"/>
                </a:solidFill>
              </a:defRPr>
            </a:lvl7pPr>
            <a:lvl8pPr>
              <a:defRPr sz="3150" b="1">
                <a:solidFill>
                  <a:srgbClr val="F6F1E8"/>
                </a:solidFill>
              </a:defRPr>
            </a:lvl8pPr>
            <a:lvl9pPr>
              <a:defRPr sz="3150" b="1">
                <a:solidFill>
                  <a:srgbClr val="F6F1E8"/>
                </a:solidFill>
              </a:defRPr>
            </a:lvl9pPr>
          </a:lstStyle>
          <a:p xmlns:a="http://schemas.openxmlformats.org/drawingml/2006/main">
            <a:pPr>
              <a:defRPr sz="3150" b="1">
                <a:solidFill>
                  <a:srgbClr val="F6F1E8"/>
                </a:solidFill>
              </a:defRPr>
            </a:pPr>
            <a:r>
              <a:rPr sz="3150" b="1">
                <a:solidFill>
                  <a:srgbClr val="F6F1E8"/>
                </a:solidFill>
              </a:rPr>
              <a:t>Exasol Personal and the data-access roadmap</a:t>
            </a:r>
          </a:p>
        </p:txBody>
      </p:sp>
      <p:sp>
        <p:nvSpPr>
          <p:cNvPr id="3" name="">
            <a:extLst xmlns:a="http://schemas.openxmlformats.org/drawingml/2006/main">
              <a:ext uri="{FF2B5EF4-FFF2-40B4-BE49-F238E27FC236}">
                <a16:creationId xmlns:a16="http://schemas.microsoft.com/office/drawing/2014/main" id="{3873E311-7269-48B9-B52E-724D60BC3B61}"/>
              </a:ext>
            </a:extLst>
          </p:cNvPr>
          <p:cNvSpPr>
            <a:spLocks xmlns:a="http://schemas.openxmlformats.org/drawingml/2006/main" noGrp="1"/>
          </p:cNvSpPr>
          <p:nvPr/>
        </p:nvSpPr>
        <p:spPr>
          <a:xfrm xmlns:a="http://schemas.openxmlformats.org/drawingml/2006/main">
            <a:off x="609600" y="16954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9AA2AD"/>
                </a:solidFill>
              </a:defRPr>
            </a:defPPr>
            <a:lvl1pPr>
              <a:defRPr sz="1350" b="0">
                <a:solidFill>
                  <a:srgbClr val="9AA2AD"/>
                </a:solidFill>
              </a:defRPr>
            </a:lvl1pPr>
            <a:lvl2pPr>
              <a:defRPr sz="1350" b="0">
                <a:solidFill>
                  <a:srgbClr val="9AA2AD"/>
                </a:solidFill>
              </a:defRPr>
            </a:lvl2pPr>
            <a:lvl3pPr>
              <a:defRPr sz="1350" b="0">
                <a:solidFill>
                  <a:srgbClr val="9AA2AD"/>
                </a:solidFill>
              </a:defRPr>
            </a:lvl3pPr>
            <a:lvl4pPr>
              <a:defRPr sz="1350" b="0">
                <a:solidFill>
                  <a:srgbClr val="9AA2AD"/>
                </a:solidFill>
              </a:defRPr>
            </a:lvl4pPr>
            <a:lvl5pPr>
              <a:defRPr sz="1350" b="0">
                <a:solidFill>
                  <a:srgbClr val="9AA2AD"/>
                </a:solidFill>
              </a:defRPr>
            </a:lvl5pPr>
            <a:lvl6pPr>
              <a:defRPr sz="1350" b="0">
                <a:solidFill>
                  <a:srgbClr val="9AA2AD"/>
                </a:solidFill>
              </a:defRPr>
            </a:lvl6pPr>
            <a:lvl7pPr>
              <a:defRPr sz="1350" b="0">
                <a:solidFill>
                  <a:srgbClr val="9AA2AD"/>
                </a:solidFill>
              </a:defRPr>
            </a:lvl7pPr>
            <a:lvl8pPr>
              <a:defRPr sz="1350" b="0">
                <a:solidFill>
                  <a:srgbClr val="9AA2AD"/>
                </a:solidFill>
              </a:defRPr>
            </a:lvl8pPr>
            <a:lvl9pPr>
              <a:defRPr sz="1350" b="0">
                <a:solidFill>
                  <a:srgbClr val="9AA2AD"/>
                </a:solidFill>
              </a:defRPr>
            </a:lvl9pPr>
          </a:lstStyle>
          <a:p xmlns:a="http://schemas.openxmlformats.org/drawingml/2006/main">
            <a:pPr>
              <a:defRPr sz="1350" b="0">
                <a:solidFill>
                  <a:srgbClr val="9AA2AD"/>
                </a:solidFill>
              </a:defRPr>
            </a:pPr>
            <a:r>
              <a:rPr sz="1350" b="0">
                <a:solidFill>
                  <a:srgbClr val="9AA2AD"/>
                </a:solidFill>
              </a:rPr>
              <a:t>The database runs the evidence views locally. The proposal starts with tax-system data and adds other sources only under lawful access.</a:t>
            </a:r>
          </a:p>
        </p:txBody>
      </p:sp>
      <p:sp>
        <p:nvSpPr>
          <p:cNvPr id="4" name="">
            <a:extLst xmlns:a="http://schemas.openxmlformats.org/drawingml/2006/main">
              <a:ext uri="{FF2B5EF4-FFF2-40B4-BE49-F238E27FC236}">
                <a16:creationId xmlns:a16="http://schemas.microsoft.com/office/drawing/2014/main" id="{DF7B7D7E-F3C6-4C6C-B3D7-CF0C4C4AD41C}"/>
              </a:ext>
            </a:extLst>
          </p:cNvPr>
          <p:cNvSpPr>
            <a:spLocks xmlns:a="http://schemas.openxmlformats.org/drawingml/2006/main" noGrp="1"/>
          </p:cNvSpPr>
          <p:nvPr/>
        </p:nvSpPr>
        <p:spPr>
          <a:xfrm xmlns:a="http://schemas.openxmlformats.org/drawingml/2006/main">
            <a:off x="609600" y="27241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B7D660"/>
                </a:solidFill>
              </a:defRPr>
            </a:defPPr>
            <a:lvl1pPr>
              <a:defRPr sz="2250" b="1">
                <a:solidFill>
                  <a:srgbClr val="B7D660"/>
                </a:solidFill>
              </a:defRPr>
            </a:lvl1pPr>
            <a:lvl2pPr>
              <a:defRPr sz="2250" b="1">
                <a:solidFill>
                  <a:srgbClr val="B7D660"/>
                </a:solidFill>
              </a:defRPr>
            </a:lvl2pPr>
            <a:lvl3pPr>
              <a:defRPr sz="2250" b="1">
                <a:solidFill>
                  <a:srgbClr val="B7D660"/>
                </a:solidFill>
              </a:defRPr>
            </a:lvl3pPr>
            <a:lvl4pPr>
              <a:defRPr sz="2250" b="1">
                <a:solidFill>
                  <a:srgbClr val="B7D660"/>
                </a:solidFill>
              </a:defRPr>
            </a:lvl4pPr>
            <a:lvl5pPr>
              <a:defRPr sz="2250" b="1">
                <a:solidFill>
                  <a:srgbClr val="B7D660"/>
                </a:solidFill>
              </a:defRPr>
            </a:lvl5pPr>
            <a:lvl6pPr>
              <a:defRPr sz="2250" b="1">
                <a:solidFill>
                  <a:srgbClr val="B7D660"/>
                </a:solidFill>
              </a:defRPr>
            </a:lvl6pPr>
            <a:lvl7pPr>
              <a:defRPr sz="2250" b="1">
                <a:solidFill>
                  <a:srgbClr val="B7D660"/>
                </a:solidFill>
              </a:defRPr>
            </a:lvl7pPr>
            <a:lvl8pPr>
              <a:defRPr sz="2250" b="1">
                <a:solidFill>
                  <a:srgbClr val="B7D660"/>
                </a:solidFill>
              </a:defRPr>
            </a:lvl8pPr>
            <a:lvl9pPr>
              <a:defRPr sz="2250" b="1">
                <a:solidFill>
                  <a:srgbClr val="B7D660"/>
                </a:solidFill>
              </a:defRPr>
            </a:lvl9pPr>
          </a:lstStyle>
          <a:p xmlns:a="http://schemas.openxmlformats.org/drawingml/2006/main">
            <a:pPr>
              <a:defRPr sz="2250" b="1">
                <a:solidFill>
                  <a:srgbClr val="B7D660"/>
                </a:solidFill>
              </a:defRPr>
            </a:pPr>
            <a:r>
              <a:rPr sz="2250" b="1">
                <a:solidFill>
                  <a:srgbClr val="B7D660"/>
                </a:solidFill>
              </a:rPr>
              <a:t>20,978,945 raw evidence rows</a:t>
            </a:r>
          </a:p>
        </p:txBody>
      </p:sp>
      <p:sp>
        <p:nvSpPr>
          <p:cNvPr id="5" name="">
            <a:extLst xmlns:a="http://schemas.openxmlformats.org/drawingml/2006/main">
              <a:ext uri="{FF2B5EF4-FFF2-40B4-BE49-F238E27FC236}">
                <a16:creationId xmlns:a16="http://schemas.microsoft.com/office/drawing/2014/main" id="{71C6B525-F6DB-4360-A6EE-28D233F933AC}"/>
              </a:ext>
            </a:extLst>
          </p:cNvPr>
          <p:cNvSpPr>
            <a:spLocks xmlns:a="http://schemas.openxmlformats.org/drawingml/2006/main" noGrp="1"/>
          </p:cNvSpPr>
          <p:nvPr/>
        </p:nvSpPr>
        <p:spPr>
          <a:xfrm xmlns:a="http://schemas.openxmlformats.org/drawingml/2006/main">
            <a:off x="609600" y="3295650"/>
            <a:ext cx="4905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6F1E8"/>
                </a:solidFill>
              </a:defRPr>
            </a:defPPr>
            <a:lvl1pPr>
              <a:defRPr sz="1200" b="0">
                <a:solidFill>
                  <a:srgbClr val="F6F1E8"/>
                </a:solidFill>
              </a:defRPr>
            </a:lvl1pPr>
            <a:lvl2pPr>
              <a:defRPr sz="1200" b="0">
                <a:solidFill>
                  <a:srgbClr val="F6F1E8"/>
                </a:solidFill>
              </a:defRPr>
            </a:lvl2pPr>
            <a:lvl3pPr>
              <a:defRPr sz="1200" b="0">
                <a:solidFill>
                  <a:srgbClr val="F6F1E8"/>
                </a:solidFill>
              </a:defRPr>
            </a:lvl3pPr>
            <a:lvl4pPr>
              <a:defRPr sz="1200" b="0">
                <a:solidFill>
                  <a:srgbClr val="F6F1E8"/>
                </a:solidFill>
              </a:defRPr>
            </a:lvl4pPr>
            <a:lvl5pPr>
              <a:defRPr sz="1200" b="0">
                <a:solidFill>
                  <a:srgbClr val="F6F1E8"/>
                </a:solidFill>
              </a:defRPr>
            </a:lvl5pPr>
            <a:lvl6pPr>
              <a:defRPr sz="1200" b="0">
                <a:solidFill>
                  <a:srgbClr val="F6F1E8"/>
                </a:solidFill>
              </a:defRPr>
            </a:lvl6pPr>
            <a:lvl7pPr>
              <a:defRPr sz="1200" b="0">
                <a:solidFill>
                  <a:srgbClr val="F6F1E8"/>
                </a:solidFill>
              </a:defRPr>
            </a:lvl7pPr>
            <a:lvl8pPr>
              <a:defRPr sz="1200" b="0">
                <a:solidFill>
                  <a:srgbClr val="F6F1E8"/>
                </a:solidFill>
              </a:defRPr>
            </a:lvl8pPr>
            <a:lvl9pPr>
              <a:defRPr sz="1200" b="0">
                <a:solidFill>
                  <a:srgbClr val="F6F1E8"/>
                </a:solidFill>
              </a:defRPr>
            </a:lvl9pPr>
          </a:lstStyle>
          <a:p xmlns:a="http://schemas.openxmlformats.org/drawingml/2006/main">
            <a:pPr>
              <a:defRPr sz="1200" b="0">
                <a:solidFill>
                  <a:srgbClr val="F6F1E8"/>
                </a:solidFill>
              </a:defRPr>
            </a:pPr>
            <a:r>
              <a:rPr sz="1200" b="0">
                <a:solidFill>
                  <a:srgbClr val="F6F1E8"/>
                </a:solidFill>
              </a:rPr>
              <a:t>Ranked workload timing: 48.946 s raw; 6.141 s after the batch ledger refresh. Measured on a MacBook.</a:t>
            </a:r>
          </a:p>
        </p:txBody>
      </p:sp>
      <p:sp>
        <p:nvSpPr>
          <p:cNvPr id="6" name="">
            <a:extLst xmlns:a="http://schemas.openxmlformats.org/drawingml/2006/main">
              <a:ext uri="{FF2B5EF4-FFF2-40B4-BE49-F238E27FC236}">
                <a16:creationId xmlns:a16="http://schemas.microsoft.com/office/drawing/2014/main" id="{943F5E16-A478-4B7C-912D-3F2852D08BB0}"/>
              </a:ext>
            </a:extLst>
          </p:cNvPr>
          <p:cNvSpPr>
            <a:spLocks xmlns:a="http://schemas.openxmlformats.org/drawingml/2006/main" noGrp="1"/>
          </p:cNvSpPr>
          <p:nvPr/>
        </p:nvSpPr>
        <p:spPr>
          <a:xfrm xmlns:a="http://schemas.openxmlformats.org/drawingml/2006/main">
            <a:off x="6667500" y="2571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E8418A"/>
                </a:solidFill>
              </a:defRPr>
            </a:defPPr>
            <a:lvl1pPr>
              <a:defRPr sz="1650" b="1">
                <a:solidFill>
                  <a:srgbClr val="E8418A"/>
                </a:solidFill>
              </a:defRPr>
            </a:lvl1pPr>
            <a:lvl2pPr>
              <a:defRPr sz="1650" b="1">
                <a:solidFill>
                  <a:srgbClr val="E8418A"/>
                </a:solidFill>
              </a:defRPr>
            </a:lvl2pPr>
            <a:lvl3pPr>
              <a:defRPr sz="1650" b="1">
                <a:solidFill>
                  <a:srgbClr val="E8418A"/>
                </a:solidFill>
              </a:defRPr>
            </a:lvl3pPr>
            <a:lvl4pPr>
              <a:defRPr sz="1650" b="1">
                <a:solidFill>
                  <a:srgbClr val="E8418A"/>
                </a:solidFill>
              </a:defRPr>
            </a:lvl4pPr>
            <a:lvl5pPr>
              <a:defRPr sz="1650" b="1">
                <a:solidFill>
                  <a:srgbClr val="E8418A"/>
                </a:solidFill>
              </a:defRPr>
            </a:lvl5pPr>
            <a:lvl6pPr>
              <a:defRPr sz="1650" b="1">
                <a:solidFill>
                  <a:srgbClr val="E8418A"/>
                </a:solidFill>
              </a:defRPr>
            </a:lvl6pPr>
            <a:lvl7pPr>
              <a:defRPr sz="1650" b="1">
                <a:solidFill>
                  <a:srgbClr val="E8418A"/>
                </a:solidFill>
              </a:defRPr>
            </a:lvl7pPr>
            <a:lvl8pPr>
              <a:defRPr sz="1650" b="1">
                <a:solidFill>
                  <a:srgbClr val="E8418A"/>
                </a:solidFill>
              </a:defRPr>
            </a:lvl8pPr>
            <a:lvl9pPr>
              <a:defRPr sz="1650" b="1">
                <a:solidFill>
                  <a:srgbClr val="E8418A"/>
                </a:solidFill>
              </a:defRPr>
            </a:lvl9pPr>
          </a:lstStyle>
          <a:p xmlns:a="http://schemas.openxmlformats.org/drawingml/2006/main">
            <a:pPr>
              <a:defRPr sz="1650" b="1">
                <a:solidFill>
                  <a:srgbClr val="E8418A"/>
                </a:solidFill>
              </a:defRPr>
            </a:pPr>
            <a:r>
              <a:rPr sz="1650" b="1">
                <a:solidFill>
                  <a:srgbClr val="E8418A"/>
                </a:solidFill>
              </a:rPr>
              <a:t>Data-access roadmap</a:t>
            </a:r>
          </a:p>
        </p:txBody>
      </p:sp>
      <p:sp>
        <p:nvSpPr>
          <p:cNvPr id="7" name="">
            <a:extLst xmlns:a="http://schemas.openxmlformats.org/drawingml/2006/main">
              <a:ext uri="{FF2B5EF4-FFF2-40B4-BE49-F238E27FC236}">
                <a16:creationId xmlns:a16="http://schemas.microsoft.com/office/drawing/2014/main" id="{91C08EF3-9DFB-412D-AB60-4EBF7EEE86F2}"/>
              </a:ext>
            </a:extLst>
          </p:cNvPr>
          <p:cNvSpPr>
            <a:spLocks xmlns:a="http://schemas.openxmlformats.org/drawingml/2006/main" noGrp="1"/>
          </p:cNvSpPr>
          <p:nvPr/>
        </p:nvSpPr>
        <p:spPr>
          <a:xfrm xmlns:a="http://schemas.openxmlformats.org/drawingml/2006/main">
            <a:off x="6667500" y="3105150"/>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6F1E8"/>
                </a:solidFill>
              </a:defRPr>
            </a:defPPr>
            <a:lvl1pPr>
              <a:defRPr sz="1350" b="0">
                <a:solidFill>
                  <a:srgbClr val="F6F1E8"/>
                </a:solidFill>
              </a:defRPr>
            </a:lvl1pPr>
            <a:lvl2pPr>
              <a:defRPr sz="1350" b="0">
                <a:solidFill>
                  <a:srgbClr val="F6F1E8"/>
                </a:solidFill>
              </a:defRPr>
            </a:lvl2pPr>
            <a:lvl3pPr>
              <a:defRPr sz="1350" b="0">
                <a:solidFill>
                  <a:srgbClr val="F6F1E8"/>
                </a:solidFill>
              </a:defRPr>
            </a:lvl3pPr>
            <a:lvl4pPr>
              <a:defRPr sz="1350" b="0">
                <a:solidFill>
                  <a:srgbClr val="F6F1E8"/>
                </a:solidFill>
              </a:defRPr>
            </a:lvl4pPr>
            <a:lvl5pPr>
              <a:defRPr sz="1350" b="0">
                <a:solidFill>
                  <a:srgbClr val="F6F1E8"/>
                </a:solidFill>
              </a:defRPr>
            </a:lvl5pPr>
            <a:lvl6pPr>
              <a:defRPr sz="1350" b="0">
                <a:solidFill>
                  <a:srgbClr val="F6F1E8"/>
                </a:solidFill>
              </a:defRPr>
            </a:lvl6pPr>
            <a:lvl7pPr>
              <a:defRPr sz="1350" b="0">
                <a:solidFill>
                  <a:srgbClr val="F6F1E8"/>
                </a:solidFill>
              </a:defRPr>
            </a:lvl7pPr>
            <a:lvl8pPr>
              <a:defRPr sz="1350" b="0">
                <a:solidFill>
                  <a:srgbClr val="F6F1E8"/>
                </a:solidFill>
              </a:defRPr>
            </a:lvl8pPr>
            <a:lvl9pPr>
              <a:defRPr sz="1350" b="0">
                <a:solidFill>
                  <a:srgbClr val="F6F1E8"/>
                </a:solidFill>
              </a:defRPr>
            </a:lvl9pPr>
          </a:lstStyle>
          <a:p xmlns:a="http://schemas.openxmlformats.org/drawingml/2006/main">
            <a:pPr>
              <a:defRPr sz="1350" b="0">
                <a:solidFill>
                  <a:srgbClr val="F6F1E8"/>
                </a:solidFill>
              </a:defRPr>
            </a:pPr>
            <a:r>
              <a:rPr sz="1350" b="0">
                <a:solidFill>
                  <a:srgbClr val="F6F1E8"/>
                </a:solidFill>
              </a:rPr>
              <a:t>1. Tax-system data</a:t>
            </a:r>
          </a:p>
          <a:p xmlns:a="http://schemas.openxmlformats.org/drawingml/2006/main">
            <a:pPr>
              <a:defRPr sz="1350" b="0">
                <a:solidFill>
                  <a:srgbClr val="F6F1E8"/>
                </a:solidFill>
              </a:defRPr>
            </a:pPr>
            <a:r>
              <a:rPr sz="1350" b="0">
                <a:solidFill>
                  <a:srgbClr val="F6F1E8"/>
                </a:solidFill>
              </a:rPr>
              <a:t>Invoices, e-way bills, supplier returns</a:t>
            </a:r>
          </a:p>
          <a:p xmlns:a="http://schemas.openxmlformats.org/drawingml/2006/main">
            <a:r>
              <a:t/>
            </a:r>
          </a:p>
          <a:p xmlns:a="http://schemas.openxmlformats.org/drawingml/2006/main">
            <a:pPr>
              <a:defRPr sz="1350" b="0">
                <a:solidFill>
                  <a:srgbClr val="F6F1E8"/>
                </a:solidFill>
              </a:defRPr>
            </a:pPr>
            <a:r>
              <a:rPr sz="1350" b="0">
                <a:solidFill>
                  <a:srgbClr val="F6F1E8"/>
                </a:solidFill>
              </a:rPr>
              <a:t>2. Lawful additional evidence</a:t>
            </a:r>
          </a:p>
          <a:p xmlns:a="http://schemas.openxmlformats.org/drawingml/2006/main">
            <a:pPr>
              <a:defRPr sz="1350" b="0">
                <a:solidFill>
                  <a:srgbClr val="F6F1E8"/>
                </a:solidFill>
              </a:defRPr>
            </a:pPr>
            <a:r>
              <a:rPr sz="1350" b="0">
                <a:solidFill>
                  <a:srgbClr val="F6F1E8"/>
                </a:solidFill>
              </a:rPr>
              <a:t>Power and bank records under authorised access and privacy controls</a:t>
            </a:r>
          </a:p>
        </p:txBody>
      </p:sp>
      <p:sp>
        <p:nvSpPr>
          <p:cNvPr id="8" name="">
            <a:extLst xmlns:a="http://schemas.openxmlformats.org/drawingml/2006/main">
              <a:ext uri="{FF2B5EF4-FFF2-40B4-BE49-F238E27FC236}">
                <a16:creationId xmlns:a16="http://schemas.microsoft.com/office/drawing/2014/main" id="{932B5101-CB93-4CF9-9EA4-D421ABBFB1C5}"/>
              </a:ext>
            </a:extLst>
          </p:cNvPr>
          <p:cNvSpPr>
            <a:spLocks xmlns:a="http://schemas.openxmlformats.org/drawingml/2006/main" noGrp="1"/>
          </p:cNvSpPr>
          <p:nvPr/>
        </p:nvSpPr>
        <p:spPr>
          <a:xfrm xmlns:a="http://schemas.openxmlformats.org/drawingml/2006/main">
            <a:off x="609600" y="57150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defRPr sz="1050" b="0">
                <a:solidFill>
                  <a:srgbClr val="9AA2AD"/>
                </a:solidFill>
              </a:defRPr>
            </a:lvl1pPr>
            <a:lvl2pPr>
              <a:defRPr sz="1050" b="0">
                <a:solidFill>
                  <a:srgbClr val="9AA2AD"/>
                </a:solidFill>
              </a:defRPr>
            </a:lvl2pPr>
            <a:lvl3pPr>
              <a:defRPr sz="1050" b="0">
                <a:solidFill>
                  <a:srgbClr val="9AA2AD"/>
                </a:solidFill>
              </a:defRPr>
            </a:lvl3pPr>
            <a:lvl4pPr>
              <a:defRPr sz="1050" b="0">
                <a:solidFill>
                  <a:srgbClr val="9AA2AD"/>
                </a:solidFill>
              </a:defRPr>
            </a:lvl4pPr>
            <a:lvl5pPr>
              <a:defRPr sz="1050" b="0">
                <a:solidFill>
                  <a:srgbClr val="9AA2AD"/>
                </a:solidFill>
              </a:defRPr>
            </a:lvl5pPr>
            <a:lvl6pPr>
              <a:defRPr sz="1050" b="0">
                <a:solidFill>
                  <a:srgbClr val="9AA2AD"/>
                </a:solidFill>
              </a:defRPr>
            </a:lvl6pPr>
            <a:lvl7pPr>
              <a:defRPr sz="1050" b="0">
                <a:solidFill>
                  <a:srgbClr val="9AA2AD"/>
                </a:solidFill>
              </a:defRPr>
            </a:lvl7pPr>
            <a:lvl8pPr>
              <a:defRPr sz="1050" b="0">
                <a:solidFill>
                  <a:srgbClr val="9AA2AD"/>
                </a:solidFill>
              </a:defRPr>
            </a:lvl8pPr>
            <a:lvl9pPr>
              <a:defRPr sz="1050" b="0">
                <a:solidFill>
                  <a:srgbClr val="9AA2AD"/>
                </a:solidFill>
              </a:defRPr>
            </a:lvl9pPr>
          </a:lstStyle>
          <a:p xmlns:a="http://schemas.openxmlformats.org/drawingml/2006/main">
            <a:pPr>
              <a:defRPr sz="1050" b="0">
                <a:solidFill>
                  <a:srgbClr val="9AA2AD"/>
                </a:solidFill>
              </a:defRPr>
            </a:pPr>
            <a:r>
              <a:rPr sz="1050" b="0">
                <a:solidFill>
                  <a:srgbClr val="9AA2AD"/>
                </a:solidFill>
              </a:rPr>
              <a:t>Germany: the same reconciliation pattern would need local tax rules, lawful data access and independent validation. This deck claims no German deployment or statistic.</a:t>
            </a:r>
          </a:p>
        </p:txBody>
      </p:sp>
      <p:sp>
        <p:nvSpPr>
          <p:cNvPr id="9" name="">
            <a:extLst xmlns:a="http://schemas.openxmlformats.org/drawingml/2006/main">
              <a:ext uri="{FF2B5EF4-FFF2-40B4-BE49-F238E27FC236}">
                <a16:creationId xmlns:a16="http://schemas.microsoft.com/office/drawing/2014/main" id="{79EB8044-34CA-4140-878E-83D8012BCD15}"/>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defRPr sz="750" b="1">
                <a:solidFill>
                  <a:srgbClr val="9AA2AD"/>
                </a:solidFill>
              </a:defRPr>
            </a:lvl1pPr>
            <a:lvl2pPr>
              <a:defRPr sz="750" b="1">
                <a:solidFill>
                  <a:srgbClr val="9AA2AD"/>
                </a:solidFill>
              </a:defRPr>
            </a:lvl2pPr>
            <a:lvl3pPr>
              <a:defRPr sz="750" b="1">
                <a:solidFill>
                  <a:srgbClr val="9AA2AD"/>
                </a:solidFill>
              </a:defRPr>
            </a:lvl3pPr>
            <a:lvl4pPr>
              <a:defRPr sz="750" b="1">
                <a:solidFill>
                  <a:srgbClr val="9AA2AD"/>
                </a:solidFill>
              </a:defRPr>
            </a:lvl4pPr>
            <a:lvl5pPr>
              <a:defRPr sz="750" b="1">
                <a:solidFill>
                  <a:srgbClr val="9AA2AD"/>
                </a:solidFill>
              </a:defRPr>
            </a:lvl5pPr>
            <a:lvl6pPr>
              <a:defRPr sz="750" b="1">
                <a:solidFill>
                  <a:srgbClr val="9AA2AD"/>
                </a:solidFill>
              </a:defRPr>
            </a:lvl6pPr>
            <a:lvl7pPr>
              <a:defRPr sz="750" b="1">
                <a:solidFill>
                  <a:srgbClr val="9AA2AD"/>
                </a:solidFill>
              </a:defRPr>
            </a:lvl7pPr>
            <a:lvl8pPr>
              <a:defRPr sz="750" b="1">
                <a:solidFill>
                  <a:srgbClr val="9AA2AD"/>
                </a:solidFill>
              </a:defRPr>
            </a:lvl8pPr>
            <a:lvl9pPr>
              <a:defRPr sz="750" b="1">
                <a:solidFill>
                  <a:srgbClr val="9AA2AD"/>
                </a:solidFill>
              </a:defRPr>
            </a:lvl9pPr>
          </a:lstStyle>
          <a:p xmlns:a="http://schemas.openxmlformats.org/drawingml/2006/main">
            <a:pPr>
              <a:defRPr sz="750" b="1">
                <a:solidFill>
                  <a:srgbClr val="9AA2AD"/>
                </a:solidFill>
              </a:defRPr>
            </a:pPr>
            <a:r>
              <a:rPr sz="750" b="1">
                <a:solidFill>
                  <a:srgbClr val="9AA2AD"/>
                </a:solidFill>
              </a:rPr>
              <a:t>EXATHON INDIA 2026  ·  KUSHAGRA GUPTA  ·  SYNTHETIC DATA</a:t>
            </a:r>
          </a:p>
        </p:txBody>
      </p:sp>
      <p:sp>
        <p:nvSpPr>
          <p:cNvPr id="10" name="">
            <a:extLst xmlns:a="http://schemas.openxmlformats.org/drawingml/2006/main">
              <a:ext uri="{FF2B5EF4-FFF2-40B4-BE49-F238E27FC236}">
                <a16:creationId xmlns:a16="http://schemas.microsoft.com/office/drawing/2014/main" id="{5FE4132A-FA27-4B95-82FE-110EE708EAEB}"/>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defRPr sz="900" b="1">
                <a:solidFill>
                  <a:srgbClr val="B7D660"/>
                </a:solidFill>
              </a:defRPr>
            </a:lvl1pPr>
            <a:lvl2pPr>
              <a:defRPr sz="900" b="1">
                <a:solidFill>
                  <a:srgbClr val="B7D660"/>
                </a:solidFill>
              </a:defRPr>
            </a:lvl2pPr>
            <a:lvl3pPr>
              <a:defRPr sz="900" b="1">
                <a:solidFill>
                  <a:srgbClr val="B7D660"/>
                </a:solidFill>
              </a:defRPr>
            </a:lvl3pPr>
            <a:lvl4pPr>
              <a:defRPr sz="900" b="1">
                <a:solidFill>
                  <a:srgbClr val="B7D660"/>
                </a:solidFill>
              </a:defRPr>
            </a:lvl4pPr>
            <a:lvl5pPr>
              <a:defRPr sz="900" b="1">
                <a:solidFill>
                  <a:srgbClr val="B7D660"/>
                </a:solidFill>
              </a:defRPr>
            </a:lvl5pPr>
            <a:lvl6pPr>
              <a:defRPr sz="900" b="1">
                <a:solidFill>
                  <a:srgbClr val="B7D660"/>
                </a:solidFill>
              </a:defRPr>
            </a:lvl6pPr>
            <a:lvl7pPr>
              <a:defRPr sz="900" b="1">
                <a:solidFill>
                  <a:srgbClr val="B7D660"/>
                </a:solidFill>
              </a:defRPr>
            </a:lvl7pPr>
            <a:lvl8pPr>
              <a:defRPr sz="900" b="1">
                <a:solidFill>
                  <a:srgbClr val="B7D660"/>
                </a:solidFill>
              </a:defRPr>
            </a:lvl8pPr>
            <a:lvl9pPr>
              <a:defRPr sz="900" b="1">
                <a:solidFill>
                  <a:srgbClr val="B7D660"/>
                </a:solidFill>
              </a:defRPr>
            </a:lvl9pPr>
          </a:lstStyle>
          <a:p xmlns:a="http://schemas.openxmlformats.org/drawingml/2006/main">
            <a:pPr>
              <a:defRPr sz="900" b="1">
                <a:solidFill>
                  <a:srgbClr val="B7D660"/>
                </a:solidFill>
              </a:defRPr>
            </a:pPr>
            <a:r>
              <a:rPr sz="900" b="1">
                <a:solidFill>
                  <a:srgbClr val="B7D660"/>
                </a:solidFill>
              </a:rPr>
              <a:t>05</a:t>
            </a:r>
          </a:p>
        </p:txBody>
      </p:sp>
    </p:spTree>
    <p:extLst>
      <p:ext uri="{BB962C8B-B14F-4D97-AF65-F5344CB8AC3E}">
        <p14:creationId xmlns:p14="http://schemas.microsoft.com/office/powerpoint/2010/main" val="690170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2026-10-21T07:02:04.0750000Z</dcterms:created>
  <dcterms:modified xsi:type="dcterms:W3CDTF">2026-10-21T07:02:04.0750000Z</dcterms:modified>
</coreProperties>
</file>