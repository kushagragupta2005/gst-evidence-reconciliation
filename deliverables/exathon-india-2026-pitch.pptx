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dede250d214394" /><Relationship Type="http://schemas.openxmlformats.org/officeDocument/2006/relationships/extended-properties" Target="/docProps/app.xml" Id="R7b13631e2ab84f09" /><Relationship Type="http://schemas.openxmlformats.org/officeDocument/2006/relationships/officeDocument" Target="/ppt/presentation.xml" Id="R308c4827bf5441a6" /></Relationships>
</file>

<file path=ppt/presentation.xml><?xml version="1.0" encoding="utf-8"?>
<p:presentation xmlns:p="http://schemas.openxmlformats.org/presentationml/2006/main">
  <p:sldMasterIdLst>
    <p:sldMasterId xmlns:r="http://schemas.openxmlformats.org/officeDocument/2006/relationships" id="2147483648" r:id="R11971df894d445c8"/>
  </p:sldMasterIdLst>
  <p:notesMasterIdLst>
    <p:notesMasterId xmlns:r="http://schemas.openxmlformats.org/officeDocument/2006/relationships" r:id="Rf69a5fcfd2644346"/>
  </p:notesMasterIdLst>
  <p:sldIdLst>
    <p:sldId xmlns:r="http://schemas.openxmlformats.org/officeDocument/2006/relationships" id="256" r:id="Refafeefd17844a56"/>
    <p:sldId xmlns:r="http://schemas.openxmlformats.org/officeDocument/2006/relationships" id="257" r:id="Reee0d2fa003c47c6"/>
    <p:sldId xmlns:r="http://schemas.openxmlformats.org/officeDocument/2006/relationships" id="258" r:id="Rc71eaa69154f4828"/>
    <p:sldId xmlns:r="http://schemas.openxmlformats.org/officeDocument/2006/relationships" id="259" r:id="Rdb9d3a239b2f4f03"/>
    <p:sldId xmlns:r="http://schemas.openxmlformats.org/officeDocument/2006/relationships" id="260" r:id="R9227f92faeb746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1c3c80f11f4882" /><Relationship Type="http://schemas.openxmlformats.org/officeDocument/2006/relationships/slideMaster" Target="/ppt/slideMasters/slideMaster1.xml" Id="R11971df894d445c8" /><Relationship Type="http://schemas.openxmlformats.org/officeDocument/2006/relationships/notesMaster" Target="/ppt/notesMasters/notesMaster1.xml" Id="Rf69a5fcfd2644346" /><Relationship Type="http://schemas.openxmlformats.org/officeDocument/2006/relationships/presProps" Target="/ppt/presProps.xml" Id="R5dffd14f0c834e40" /><Relationship Type="http://schemas.openxmlformats.org/officeDocument/2006/relationships/tableStyles" Target="/ppt/tableStyles.xml" Id="R91aa5f71d71f4b99" /><Relationship Type="http://schemas.openxmlformats.org/officeDocument/2006/relationships/slide" Target="/ppt/slides/slide1.xml" Id="Refafeefd17844a56" /><Relationship Type="http://schemas.openxmlformats.org/officeDocument/2006/relationships/slide" Target="/ppt/slides/slide2.xml" Id="Reee0d2fa003c47c6" /><Relationship Type="http://schemas.openxmlformats.org/officeDocument/2006/relationships/slide" Target="/ppt/slides/slide3.xml" Id="Rc71eaa69154f4828" /><Relationship Type="http://schemas.openxmlformats.org/officeDocument/2006/relationships/slide" Target="/ppt/slides/slide4.xml" Id="Rdb9d3a239b2f4f03" /><Relationship Type="http://schemas.openxmlformats.org/officeDocument/2006/relationships/slide" Target="/ppt/slides/slide5.xml" Id="R9227f92faeb746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0dbf7ad5d64d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b5cbfd9831420e" /><Relationship Type="http://schemas.openxmlformats.org/officeDocument/2006/relationships/notesMaster" Target="/ppt/notesMasters/notesMaster1.xml" Id="R540f65ee11874a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9ccc1f6cca4ea1" /><Relationship Type="http://schemas.openxmlformats.org/officeDocument/2006/relationships/notesMaster" Target="/ppt/notesMasters/notesMaster1.xml" Id="R28d66fa3f711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f01c0c8a8c4293" /><Relationship Type="http://schemas.openxmlformats.org/officeDocument/2006/relationships/notesMaster" Target="/ppt/notesMasters/notesMaster1.xml" Id="Ra5c91ab4725b48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3ed6ae708d4923" /><Relationship Type="http://schemas.openxmlformats.org/officeDocument/2006/relationships/notesMaster" Target="/ppt/notesMasters/notesMaster1.xml" Id="Rbdbfa22fda7249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69bfc348264efc" /><Relationship Type="http://schemas.openxmlformats.org/officeDocument/2006/relationships/notesMaster" Target="/ppt/notesMasters/notesMaster1.xml" Id="R6c0c88bd3f3a42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reading the problem statement exactly. The wording is preserved from the project brief.</a:t>
            </a:r>
          </a:p>
          <a:p xmlns:a="http://schemas.openxmlformats.org/drawingml/2006/main">
            <a:r>
              <a:t>Solo project by Kushagra Gupta.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uses synthetic evidence to make these separate trails comparable at factory and month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SQL layer owns prioritisation. Each evidence row carries entity, period, expected, observed, gap and source detail. The LLM only writes a note from those rows, with a numeric consistency guard.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using the seeded large dataset on Exasol Personal local VM configured with 8 GB. Factory-level scoring counts a cheat or decoy once if any of its three months is prioritized. These synthetic results do not establish expected performance on real investigations.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 brief pattern comparison, not a legal equivalence claim.</a:t>
            </a:r>
          </a:p>
          <a:p xmlns:a="http://schemas.openxmlformats.org/drawingml/2006/main">
            <a:r>
              <a:t>EPPO, “Germany: EPPO orders searches and arrest in probe into €18 million VAT fraud”, 13 May 2026: https://www.eppo.europa.eu/media/news/germany-eppo-orders-search-and-arrest-probe-eu18-million-vat-fraud-2026-05-13_en</a:t>
            </a:r>
          </a:p>
          <a:p xmlns:a="http://schemas.openxmlformats.org/drawingml/2006/main">
            <a:r>
              <a:t>European Commission, “VAT carousel fraud”: https://taxation-customs.ec.europa.eu/taxation/vat/fight-against-vat-fraud/vat-carousel-fraud_en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4c1c5caa9e43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e57b783ee94e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2477dc96fd49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529eb2655f49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d12fab1b44497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feab3c27204b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83B433-E6D1-4584-B169-D22991B736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8FD1B2-44D4-4EB9-8A95-81ABC28465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AE1E8B-4D7D-4036-9F32-0947302D7B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DDE8F1-D4D5-43FF-8843-E08338B88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CB6399-E2C4-4E97-B0F0-D8BEDED6E2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66F096C-B5B3-4D5F-8081-B72B8D9C3C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5CA6D5-91D8-4071-936C-67822995C3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FBBC2E-BA93-4BBE-92C7-D413AA427A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9C9B6E-76F5-4517-9125-3B6774FB37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FFF032-8923-49E2-A990-1475E6D69A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03344a24cc4eef" /><Relationship Type="http://schemas.openxmlformats.org/officeDocument/2006/relationships/slideLayout" Target="/ppt/slideLayouts/slideLayout1.xml" Id="Rd6370313429543da" /><Relationship Type="http://schemas.openxmlformats.org/officeDocument/2006/relationships/slideLayout" Target="/ppt/slideLayouts/slideLayout2.xml" Id="R337fb4ca6ee44e13" /><Relationship Type="http://schemas.openxmlformats.org/officeDocument/2006/relationships/slideLayout" Target="/ppt/slideLayouts/slideLayout3.xml" Id="Re177ed01ce9347a9" /><Relationship Type="http://schemas.openxmlformats.org/officeDocument/2006/relationships/slideLayout" Target="/ppt/slideLayouts/slideLayout4.xml" Id="R4871d7be281447f0" /><Relationship Type="http://schemas.openxmlformats.org/officeDocument/2006/relationships/slideLayout" Target="/ppt/slideLayouts/slideLayout5.xml" Id="Red3a4dcc1a184c5f" /><Relationship Type="http://schemas.openxmlformats.org/officeDocument/2006/relationships/slideLayout" Target="/ppt/slideLayouts/slideLayout6.xml" Id="R777631df3d024f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370313429543da"/>
    <p:sldLayoutId xmlns:r="http://schemas.openxmlformats.org/officeDocument/2006/relationships" id="2147483650" r:id="R337fb4ca6ee44e13"/>
    <p:sldLayoutId xmlns:r="http://schemas.openxmlformats.org/officeDocument/2006/relationships" id="2147483651" r:id="Re177ed01ce9347a9"/>
    <p:sldLayoutId xmlns:r="http://schemas.openxmlformats.org/officeDocument/2006/relationships" id="2147483652" r:id="R4871d7be281447f0"/>
    <p:sldLayoutId xmlns:r="http://schemas.openxmlformats.org/officeDocument/2006/relationships" id="2147483653" r:id="Red3a4dcc1a184c5f"/>
    <p:sldLayoutId xmlns:r="http://schemas.openxmlformats.org/officeDocument/2006/relationships" id="2147483654" r:id="R777631df3d024f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f92f0429704c54" /><Relationship Type="http://schemas.openxmlformats.org/officeDocument/2006/relationships/notesSlide" Target="/ppt/notesSlides/notesSlide1.xml" Id="R6291c407b0684e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363e41b0034878" /><Relationship Type="http://schemas.openxmlformats.org/officeDocument/2006/relationships/notesSlide" Target="/ppt/notesSlides/notesSlide2.xml" Id="Rc3b7b801093c49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edb463720541e6" /><Relationship Type="http://schemas.openxmlformats.org/officeDocument/2006/relationships/notesSlide" Target="/ppt/notesSlides/notesSlide3.xml" Id="R46faf85f113d46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dc77acc71b4928" /><Relationship Type="http://schemas.openxmlformats.org/officeDocument/2006/relationships/notesSlide" Target="/ppt/notesSlides/notesSlide4.xml" Id="Raefae3c1b4f44b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e1d2e2d48f4e68" /><Relationship Type="http://schemas.openxmlformats.org/officeDocument/2006/relationships/notesSlide" Target="/ppt/notesSlides/notesSlide5.xml" Id="Rbb2cf388fe944ef2"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6CB4D9-9369-4540-B2F8-0D0086DA8476}"/>
              </a:ext>
            </a:extLst>
          </p:cNvPr>
          <p:cNvSpPr>
            <a:spLocks xmlns:a="http://schemas.openxmlformats.org/drawingml/2006/main" noGrp="1"/>
          </p:cNvSpPr>
          <p:nvPr/>
        </p:nvSpPr>
        <p:spPr>
          <a:xfrm xmlns:a="http://schemas.openxmlformats.org/drawingml/2006/main">
            <a:off x="609600" y="5334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516FD941-6E94-4ECF-9AC9-6E8DC32306EC}"/>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63E6B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32D46F-4610-4799-B84D-96CFC1240BFC}"/>
              </a:ext>
            </a:extLst>
          </p:cNvPr>
          <p:cNvSpPr>
            <a:spLocks xmlns:a="http://schemas.openxmlformats.org/drawingml/2006/main" noGrp="1"/>
          </p:cNvSpPr>
          <p:nvPr/>
        </p:nvSpPr>
        <p:spPr>
          <a:xfrm xmlns:a="http://schemas.openxmlformats.org/drawingml/2006/main">
            <a:off x="609600" y="1581150"/>
            <a:ext cx="10744200" cy="339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704"/>
          </a:bodyPr>
          <a:lstStyle xmlns:a="http://schemas.openxmlformats.org/drawingml/2006/main">
            <a:defPPr algn="l">
              <a:defRPr sz="2925" b="1">
                <a:solidFill>
                  <a:srgbClr val="F5F7FA"/>
                </a:solidFill>
                <a:latin typeface="Arial"/>
                <a:ea typeface="Arial"/>
                <a:cs typeface="Arial"/>
              </a:defRPr>
            </a:defPPr>
            <a:lvl1pPr algn="l">
              <a:buNone/>
              <a:defRPr sz="2925" b="1">
                <a:solidFill>
                  <a:srgbClr val="F5F7FA"/>
                </a:solidFill>
                <a:latin typeface="Arial"/>
                <a:ea typeface="Arial"/>
                <a:cs typeface="Arial"/>
              </a:defRPr>
            </a:lvl1pPr>
            <a:lvl2pPr algn="l">
              <a:buNone/>
              <a:defRPr sz="2925" b="1">
                <a:solidFill>
                  <a:srgbClr val="F5F7FA"/>
                </a:solidFill>
                <a:latin typeface="Arial"/>
                <a:ea typeface="Arial"/>
                <a:cs typeface="Arial"/>
              </a:defRPr>
            </a:lvl2pPr>
            <a:lvl3pPr algn="l">
              <a:buNone/>
              <a:defRPr sz="2925" b="1">
                <a:solidFill>
                  <a:srgbClr val="F5F7FA"/>
                </a:solidFill>
                <a:latin typeface="Arial"/>
                <a:ea typeface="Arial"/>
                <a:cs typeface="Arial"/>
              </a:defRPr>
            </a:lvl3pPr>
            <a:lvl4pPr algn="l">
              <a:buNone/>
              <a:defRPr sz="2925" b="1">
                <a:solidFill>
                  <a:srgbClr val="F5F7FA"/>
                </a:solidFill>
                <a:latin typeface="Arial"/>
                <a:ea typeface="Arial"/>
                <a:cs typeface="Arial"/>
              </a:defRPr>
            </a:lvl4pPr>
            <a:lvl5pPr algn="l">
              <a:buNone/>
              <a:defRPr sz="2925" b="1">
                <a:solidFill>
                  <a:srgbClr val="F5F7FA"/>
                </a:solidFill>
                <a:latin typeface="Arial"/>
                <a:ea typeface="Arial"/>
                <a:cs typeface="Arial"/>
              </a:defRPr>
            </a:lvl5pPr>
            <a:lvl6pPr algn="l">
              <a:buNone/>
              <a:defRPr sz="2925" b="1">
                <a:solidFill>
                  <a:srgbClr val="F5F7FA"/>
                </a:solidFill>
                <a:latin typeface="Arial"/>
                <a:ea typeface="Arial"/>
                <a:cs typeface="Arial"/>
              </a:defRPr>
            </a:lvl6pPr>
            <a:lvl7pPr algn="l">
              <a:buNone/>
              <a:defRPr sz="2925" b="1">
                <a:solidFill>
                  <a:srgbClr val="F5F7FA"/>
                </a:solidFill>
                <a:latin typeface="Arial"/>
                <a:ea typeface="Arial"/>
                <a:cs typeface="Arial"/>
              </a:defRPr>
            </a:lvl7pPr>
            <a:lvl8pPr algn="l">
              <a:buNone/>
              <a:defRPr sz="2925" b="1">
                <a:solidFill>
                  <a:srgbClr val="F5F7FA"/>
                </a:solidFill>
                <a:latin typeface="Arial"/>
                <a:ea typeface="Arial"/>
                <a:cs typeface="Arial"/>
              </a:defRPr>
            </a:lvl8pPr>
            <a:lvl9pPr algn="l">
              <a:buNone/>
              <a:defRPr sz="2925" b="1">
                <a:solidFill>
                  <a:srgbClr val="F5F7FA"/>
                </a:solidFill>
                <a:latin typeface="Arial"/>
                <a:ea typeface="Arial"/>
                <a:cs typeface="Arial"/>
              </a:defRPr>
            </a:lvl9pPr>
          </a:lstStyle>
          <a:p xmlns:a="http://schemas.openxmlformats.org/drawingml/2006/main">
            <a:pPr algn="l">
              <a:lnSpc>
                <a:spcPct val="114000"/>
              </a:lnSpc>
              <a:buNone/>
              <a:defRPr sz="2925" b="1">
                <a:solidFill>
                  <a:srgbClr val="F5F7FA"/>
                </a:solidFill>
                <a:latin typeface="Arial"/>
                <a:ea typeface="Arial"/>
                <a:cs typeface="Arial"/>
              </a:defRPr>
            </a:pPr>
            <a:r>
              <a:rPr sz="2925" b="1">
                <a:solidFill>
                  <a:srgbClr val="F5F7FA"/>
                </a:solidFill>
                <a:latin typeface="Arial"/>
                <a:ea typeface="Arial"/>
                <a:cs typeface="Arial"/>
              </a:rPr>
              <a:t>A GST officer can’t tell which factories are hiding production or inflating tax credits, because every document she checks is declared by the factory itself, while the independent evidence (power use, goods movement, supplier records, bank flows) sits in separate places and is never compared. If this worked, she would start each week with a short list of units whose paperwork contradicts physical reality, each contradiction spelled out, and honest-but-unusual factories cleared.</a:t>
            </a:r>
          </a:p>
        </p:txBody>
      </p:sp>
      <p:sp>
        <p:nvSpPr>
          <p:cNvPr id="4" name="">
            <a:extLst xmlns:a="http://schemas.openxmlformats.org/drawingml/2006/main">
              <a:ext uri="{FF2B5EF4-FFF2-40B4-BE49-F238E27FC236}">
                <a16:creationId xmlns:a16="http://schemas.microsoft.com/office/drawing/2014/main" id="{A8DB1DB7-DEF5-4B8B-BCE9-E6B08A0FF468}"/>
              </a:ext>
            </a:extLst>
          </p:cNvPr>
          <p:cNvSpPr>
            <a:spLocks xmlns:a="http://schemas.openxmlformats.org/drawingml/2006/main" noGrp="1"/>
          </p:cNvSpPr>
          <p:nvPr/>
        </p:nvSpPr>
        <p:spPr>
          <a:xfrm xmlns:a="http://schemas.openxmlformats.org/drawingml/2006/main">
            <a:off x="609600" y="6191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A8B5C8"/>
                </a:solidFill>
                <a:latin typeface="Arial"/>
                <a:ea typeface="Arial"/>
                <a:cs typeface="Arial"/>
              </a:defRPr>
            </a:defPPr>
            <a:lvl1pPr algn="l">
              <a:buNone/>
              <a:defRPr sz="900" b="1">
                <a:solidFill>
                  <a:srgbClr val="A8B5C8"/>
                </a:solidFill>
                <a:latin typeface="Arial"/>
                <a:ea typeface="Arial"/>
                <a:cs typeface="Arial"/>
              </a:defRPr>
            </a:lvl1pPr>
            <a:lvl2pPr algn="l">
              <a:buNone/>
              <a:defRPr sz="900" b="1">
                <a:solidFill>
                  <a:srgbClr val="A8B5C8"/>
                </a:solidFill>
                <a:latin typeface="Arial"/>
                <a:ea typeface="Arial"/>
                <a:cs typeface="Arial"/>
              </a:defRPr>
            </a:lvl2pPr>
            <a:lvl3pPr algn="l">
              <a:buNone/>
              <a:defRPr sz="900" b="1">
                <a:solidFill>
                  <a:srgbClr val="A8B5C8"/>
                </a:solidFill>
                <a:latin typeface="Arial"/>
                <a:ea typeface="Arial"/>
                <a:cs typeface="Arial"/>
              </a:defRPr>
            </a:lvl3pPr>
            <a:lvl4pPr algn="l">
              <a:buNone/>
              <a:defRPr sz="900" b="1">
                <a:solidFill>
                  <a:srgbClr val="A8B5C8"/>
                </a:solidFill>
                <a:latin typeface="Arial"/>
                <a:ea typeface="Arial"/>
                <a:cs typeface="Arial"/>
              </a:defRPr>
            </a:lvl4pPr>
            <a:lvl5pPr algn="l">
              <a:buNone/>
              <a:defRPr sz="900" b="1">
                <a:solidFill>
                  <a:srgbClr val="A8B5C8"/>
                </a:solidFill>
                <a:latin typeface="Arial"/>
                <a:ea typeface="Arial"/>
                <a:cs typeface="Arial"/>
              </a:defRPr>
            </a:lvl5pPr>
            <a:lvl6pPr algn="l">
              <a:buNone/>
              <a:defRPr sz="900" b="1">
                <a:solidFill>
                  <a:srgbClr val="A8B5C8"/>
                </a:solidFill>
                <a:latin typeface="Arial"/>
                <a:ea typeface="Arial"/>
                <a:cs typeface="Arial"/>
              </a:defRPr>
            </a:lvl6pPr>
            <a:lvl7pPr algn="l">
              <a:buNone/>
              <a:defRPr sz="900" b="1">
                <a:solidFill>
                  <a:srgbClr val="A8B5C8"/>
                </a:solidFill>
                <a:latin typeface="Arial"/>
                <a:ea typeface="Arial"/>
                <a:cs typeface="Arial"/>
              </a:defRPr>
            </a:lvl7pPr>
            <a:lvl8pPr algn="l">
              <a:buNone/>
              <a:defRPr sz="900" b="1">
                <a:solidFill>
                  <a:srgbClr val="A8B5C8"/>
                </a:solidFill>
                <a:latin typeface="Arial"/>
                <a:ea typeface="Arial"/>
                <a:cs typeface="Arial"/>
              </a:defRPr>
            </a:lvl8pPr>
            <a:lvl9pPr algn="l">
              <a:buNone/>
              <a:defRPr sz="900" b="1">
                <a:solidFill>
                  <a:srgbClr val="A8B5C8"/>
                </a:solidFill>
                <a:latin typeface="Arial"/>
                <a:ea typeface="Arial"/>
                <a:cs typeface="Arial"/>
              </a:defRPr>
            </a:lvl9pPr>
          </a:lstStyle>
          <a:p xmlns:a="http://schemas.openxmlformats.org/drawingml/2006/main">
            <a:pPr algn="l">
              <a:lnSpc>
                <a:spcPct val="108000"/>
              </a:lnSpc>
              <a:buNone/>
              <a:defRPr sz="900" b="1">
                <a:solidFill>
                  <a:srgbClr val="A8B5C8"/>
                </a:solidFill>
                <a:latin typeface="Arial"/>
                <a:ea typeface="Arial"/>
                <a:cs typeface="Arial"/>
              </a:defRPr>
            </a:pPr>
            <a:r>
              <a:rPr sz="900" b="1">
                <a:solidFill>
                  <a:srgbClr val="A8B5C8"/>
                </a:solidFill>
                <a:latin typeface="Arial"/>
                <a:ea typeface="Arial"/>
                <a:cs typeface="Arial"/>
              </a:rPr>
              <a:t>EXATHON INDIA 2026  /  SOLO PROJECT BY KUSHAGRA GUPTA</a:t>
            </a:r>
          </a:p>
        </p:txBody>
      </p:sp>
    </p:spTree>
    <p:extLst>
      <p:ext uri="{BB962C8B-B14F-4D97-AF65-F5344CB8AC3E}">
        <p14:creationId xmlns:p14="http://schemas.microsoft.com/office/powerpoint/2010/main" val="709206135"/>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9E96D52-DCCE-48DC-8C18-671C5F695338}"/>
              </a:ext>
            </a:extLst>
          </p:cNvPr>
          <p:cNvSpPr>
            <a:spLocks xmlns:a="http://schemas.openxmlformats.org/drawingml/2006/main" noGrp="1"/>
          </p:cNvSpPr>
          <p:nvPr/>
        </p:nvSpPr>
        <p:spPr>
          <a:xfrm xmlns:a="http://schemas.openxmlformats.org/drawingml/2006/main">
            <a:off x="609600" y="3429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THE EVIDENCE GAP</a:t>
            </a:r>
          </a:p>
        </p:txBody>
      </p:sp>
      <p:sp>
        <p:nvSpPr>
          <p:cNvPr id="2" name="">
            <a:extLst xmlns:a="http://schemas.openxmlformats.org/drawingml/2006/main">
              <a:ext uri="{FF2B5EF4-FFF2-40B4-BE49-F238E27FC236}">
                <a16:creationId xmlns:a16="http://schemas.microsoft.com/office/drawing/2014/main" id="{7435573D-1D3E-4359-AF59-3D4D07F9A048}"/>
              </a:ext>
            </a:extLst>
          </p:cNvPr>
          <p:cNvSpPr>
            <a:spLocks xmlns:a="http://schemas.openxmlformats.org/drawingml/2006/main" noGrp="1"/>
          </p:cNvSpPr>
          <p:nvPr/>
        </p:nvSpPr>
        <p:spPr>
          <a:xfrm xmlns:a="http://schemas.openxmlformats.org/drawingml/2006/main">
            <a:off x="609600" y="7048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7FA"/>
                </a:solidFill>
                <a:latin typeface="Arial"/>
                <a:ea typeface="Arial"/>
                <a:cs typeface="Arial"/>
              </a:defRPr>
            </a:defPPr>
            <a:lvl1pPr algn="l">
              <a:buNone/>
              <a:defRPr sz="2850" b="1">
                <a:solidFill>
                  <a:srgbClr val="F5F7FA"/>
                </a:solidFill>
                <a:latin typeface="Arial"/>
                <a:ea typeface="Arial"/>
                <a:cs typeface="Arial"/>
              </a:defRPr>
            </a:lvl1pPr>
            <a:lvl2pPr algn="l">
              <a:buNone/>
              <a:defRPr sz="2850" b="1">
                <a:solidFill>
                  <a:srgbClr val="F5F7FA"/>
                </a:solidFill>
                <a:latin typeface="Arial"/>
                <a:ea typeface="Arial"/>
                <a:cs typeface="Arial"/>
              </a:defRPr>
            </a:lvl2pPr>
            <a:lvl3pPr algn="l">
              <a:buNone/>
              <a:defRPr sz="2850" b="1">
                <a:solidFill>
                  <a:srgbClr val="F5F7FA"/>
                </a:solidFill>
                <a:latin typeface="Arial"/>
                <a:ea typeface="Arial"/>
                <a:cs typeface="Arial"/>
              </a:defRPr>
            </a:lvl3pPr>
            <a:lvl4pPr algn="l">
              <a:buNone/>
              <a:defRPr sz="2850" b="1">
                <a:solidFill>
                  <a:srgbClr val="F5F7FA"/>
                </a:solidFill>
                <a:latin typeface="Arial"/>
                <a:ea typeface="Arial"/>
                <a:cs typeface="Arial"/>
              </a:defRPr>
            </a:lvl4pPr>
            <a:lvl5pPr algn="l">
              <a:buNone/>
              <a:defRPr sz="2850" b="1">
                <a:solidFill>
                  <a:srgbClr val="F5F7FA"/>
                </a:solidFill>
                <a:latin typeface="Arial"/>
                <a:ea typeface="Arial"/>
                <a:cs typeface="Arial"/>
              </a:defRPr>
            </a:lvl5pPr>
            <a:lvl6pPr algn="l">
              <a:buNone/>
              <a:defRPr sz="2850" b="1">
                <a:solidFill>
                  <a:srgbClr val="F5F7FA"/>
                </a:solidFill>
                <a:latin typeface="Arial"/>
                <a:ea typeface="Arial"/>
                <a:cs typeface="Arial"/>
              </a:defRPr>
            </a:lvl6pPr>
            <a:lvl7pPr algn="l">
              <a:buNone/>
              <a:defRPr sz="2850" b="1">
                <a:solidFill>
                  <a:srgbClr val="F5F7FA"/>
                </a:solidFill>
                <a:latin typeface="Arial"/>
                <a:ea typeface="Arial"/>
                <a:cs typeface="Arial"/>
              </a:defRPr>
            </a:lvl7pPr>
            <a:lvl8pPr algn="l">
              <a:buNone/>
              <a:defRPr sz="2850" b="1">
                <a:solidFill>
                  <a:srgbClr val="F5F7FA"/>
                </a:solidFill>
                <a:latin typeface="Arial"/>
                <a:ea typeface="Arial"/>
                <a:cs typeface="Arial"/>
              </a:defRPr>
            </a:lvl8pPr>
            <a:lvl9pPr algn="l">
              <a:buNone/>
              <a:defRPr sz="2850" b="1">
                <a:solidFill>
                  <a:srgbClr val="F5F7FA"/>
                </a:solidFill>
                <a:latin typeface="Arial"/>
                <a:ea typeface="Arial"/>
                <a:cs typeface="Arial"/>
              </a:defRPr>
            </a:lvl9pPr>
          </a:lstStyle>
          <a:p xmlns:a="http://schemas.openxmlformats.org/drawingml/2006/main">
            <a:pPr algn="l">
              <a:lnSpc>
                <a:spcPct val="108000"/>
              </a:lnSpc>
              <a:buNone/>
              <a:defRPr sz="2850" b="1">
                <a:solidFill>
                  <a:srgbClr val="F5F7FA"/>
                </a:solidFill>
                <a:latin typeface="Arial"/>
                <a:ea typeface="Arial"/>
                <a:cs typeface="Arial"/>
              </a:defRPr>
            </a:pPr>
            <a:r>
              <a:rPr sz="2850" b="1">
                <a:solidFill>
                  <a:srgbClr val="F5F7FA"/>
                </a:solidFill>
                <a:latin typeface="Arial"/>
                <a:ea typeface="Arial"/>
                <a:cs typeface="Arial"/>
              </a:rPr>
              <a:t>Declarations are only one part of the story.</a:t>
            </a:r>
          </a:p>
        </p:txBody>
      </p:sp>
      <p:sp>
        <p:nvSpPr>
          <p:cNvPr id="3" name="">
            <a:extLst xmlns:a="http://schemas.openxmlformats.org/drawingml/2006/main">
              <a:ext uri="{FF2B5EF4-FFF2-40B4-BE49-F238E27FC236}">
                <a16:creationId xmlns:a16="http://schemas.microsoft.com/office/drawing/2014/main" id="{40F8B18D-E717-4477-959D-AA1B8ACBD40B}"/>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2B3D5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234B3B-D1D9-46A6-96D4-7F7406ABA13A}"/>
              </a:ext>
            </a:extLst>
          </p:cNvPr>
          <p:cNvSpPr>
            <a:spLocks xmlns:a="http://schemas.openxmlformats.org/drawingml/2006/main" noGrp="1"/>
          </p:cNvSpPr>
          <p:nvPr/>
        </p:nvSpPr>
        <p:spPr>
          <a:xfrm xmlns:a="http://schemas.openxmlformats.org/drawingml/2006/main">
            <a:off x="609600" y="64198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A8B5C8"/>
                </a:solidFill>
                <a:latin typeface="Arial"/>
                <a:ea typeface="Arial"/>
                <a:cs typeface="Arial"/>
              </a:defRPr>
            </a:defPPr>
            <a:lvl1pPr algn="l">
              <a:buNone/>
              <a:defRPr sz="825" b="1">
                <a:solidFill>
                  <a:srgbClr val="A8B5C8"/>
                </a:solidFill>
                <a:latin typeface="Arial"/>
                <a:ea typeface="Arial"/>
                <a:cs typeface="Arial"/>
              </a:defRPr>
            </a:lvl1pPr>
            <a:lvl2pPr algn="l">
              <a:buNone/>
              <a:defRPr sz="825" b="1">
                <a:solidFill>
                  <a:srgbClr val="A8B5C8"/>
                </a:solidFill>
                <a:latin typeface="Arial"/>
                <a:ea typeface="Arial"/>
                <a:cs typeface="Arial"/>
              </a:defRPr>
            </a:lvl2pPr>
            <a:lvl3pPr algn="l">
              <a:buNone/>
              <a:defRPr sz="825" b="1">
                <a:solidFill>
                  <a:srgbClr val="A8B5C8"/>
                </a:solidFill>
                <a:latin typeface="Arial"/>
                <a:ea typeface="Arial"/>
                <a:cs typeface="Arial"/>
              </a:defRPr>
            </a:lvl3pPr>
            <a:lvl4pPr algn="l">
              <a:buNone/>
              <a:defRPr sz="825" b="1">
                <a:solidFill>
                  <a:srgbClr val="A8B5C8"/>
                </a:solidFill>
                <a:latin typeface="Arial"/>
                <a:ea typeface="Arial"/>
                <a:cs typeface="Arial"/>
              </a:defRPr>
            </a:lvl4pPr>
            <a:lvl5pPr algn="l">
              <a:buNone/>
              <a:defRPr sz="825" b="1">
                <a:solidFill>
                  <a:srgbClr val="A8B5C8"/>
                </a:solidFill>
                <a:latin typeface="Arial"/>
                <a:ea typeface="Arial"/>
                <a:cs typeface="Arial"/>
              </a:defRPr>
            </a:lvl5pPr>
            <a:lvl6pPr algn="l">
              <a:buNone/>
              <a:defRPr sz="825" b="1">
                <a:solidFill>
                  <a:srgbClr val="A8B5C8"/>
                </a:solidFill>
                <a:latin typeface="Arial"/>
                <a:ea typeface="Arial"/>
                <a:cs typeface="Arial"/>
              </a:defRPr>
            </a:lvl6pPr>
            <a:lvl7pPr algn="l">
              <a:buNone/>
              <a:defRPr sz="825" b="1">
                <a:solidFill>
                  <a:srgbClr val="A8B5C8"/>
                </a:solidFill>
                <a:latin typeface="Arial"/>
                <a:ea typeface="Arial"/>
                <a:cs typeface="Arial"/>
              </a:defRPr>
            </a:lvl7pPr>
            <a:lvl8pPr algn="l">
              <a:buNone/>
              <a:defRPr sz="825" b="1">
                <a:solidFill>
                  <a:srgbClr val="A8B5C8"/>
                </a:solidFill>
                <a:latin typeface="Arial"/>
                <a:ea typeface="Arial"/>
                <a:cs typeface="Arial"/>
              </a:defRPr>
            </a:lvl8pPr>
            <a:lvl9pPr algn="l">
              <a:buNone/>
              <a:defRPr sz="825" b="1">
                <a:solidFill>
                  <a:srgbClr val="A8B5C8"/>
                </a:solidFill>
                <a:latin typeface="Arial"/>
                <a:ea typeface="Arial"/>
                <a:cs typeface="Arial"/>
              </a:defRPr>
            </a:lvl9pPr>
          </a:lstStyle>
          <a:p xmlns:a="http://schemas.openxmlformats.org/drawingml/2006/main">
            <a:pPr algn="l">
              <a:lnSpc>
                <a:spcPct val="108000"/>
              </a:lnSpc>
              <a:buNone/>
              <a:defRPr sz="825" b="1">
                <a:solidFill>
                  <a:srgbClr val="A8B5C8"/>
                </a:solidFill>
                <a:latin typeface="Arial"/>
                <a:ea typeface="Arial"/>
                <a:cs typeface="Arial"/>
              </a:defRPr>
            </a:pPr>
            <a:r>
              <a:rPr sz="825" b="1">
                <a:solidFill>
                  <a:srgbClr val="A8B5C8"/>
                </a:solidFill>
                <a:latin typeface="Arial"/>
                <a:ea typeface="Arial"/>
                <a:cs typeface="Arial"/>
              </a:rPr>
              <a:t>EXATHON INDIA 2026  /  GST EVIDENCE RECONCILIATION</a:t>
            </a:r>
          </a:p>
        </p:txBody>
      </p:sp>
      <p:sp>
        <p:nvSpPr>
          <p:cNvPr id="5" name="">
            <a:extLst xmlns:a="http://schemas.openxmlformats.org/drawingml/2006/main">
              <a:ext uri="{FF2B5EF4-FFF2-40B4-BE49-F238E27FC236}">
                <a16:creationId xmlns:a16="http://schemas.microsoft.com/office/drawing/2014/main" id="{E940D82F-F609-41C5-A7D3-A4D4CCDB2B53}"/>
              </a:ext>
            </a:extLst>
          </p:cNvPr>
          <p:cNvSpPr>
            <a:spLocks xmlns:a="http://schemas.openxmlformats.org/drawingml/2006/main" noGrp="1"/>
          </p:cNvSpPr>
          <p:nvPr/>
        </p:nvSpPr>
        <p:spPr>
          <a:xfrm xmlns:a="http://schemas.openxmlformats.org/drawingml/2006/main">
            <a:off x="1104900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A8B5C8"/>
                </a:solidFill>
                <a:latin typeface="Arial"/>
                <a:ea typeface="Arial"/>
                <a:cs typeface="Arial"/>
              </a:defRPr>
            </a:defPPr>
            <a:lvl1pPr algn="r">
              <a:buNone/>
              <a:defRPr sz="825" b="1">
                <a:solidFill>
                  <a:srgbClr val="A8B5C8"/>
                </a:solidFill>
                <a:latin typeface="Arial"/>
                <a:ea typeface="Arial"/>
                <a:cs typeface="Arial"/>
              </a:defRPr>
            </a:lvl1pPr>
            <a:lvl2pPr algn="r">
              <a:buNone/>
              <a:defRPr sz="825" b="1">
                <a:solidFill>
                  <a:srgbClr val="A8B5C8"/>
                </a:solidFill>
                <a:latin typeface="Arial"/>
                <a:ea typeface="Arial"/>
                <a:cs typeface="Arial"/>
              </a:defRPr>
            </a:lvl2pPr>
            <a:lvl3pPr algn="r">
              <a:buNone/>
              <a:defRPr sz="825" b="1">
                <a:solidFill>
                  <a:srgbClr val="A8B5C8"/>
                </a:solidFill>
                <a:latin typeface="Arial"/>
                <a:ea typeface="Arial"/>
                <a:cs typeface="Arial"/>
              </a:defRPr>
            </a:lvl3pPr>
            <a:lvl4pPr algn="r">
              <a:buNone/>
              <a:defRPr sz="825" b="1">
                <a:solidFill>
                  <a:srgbClr val="A8B5C8"/>
                </a:solidFill>
                <a:latin typeface="Arial"/>
                <a:ea typeface="Arial"/>
                <a:cs typeface="Arial"/>
              </a:defRPr>
            </a:lvl4pPr>
            <a:lvl5pPr algn="r">
              <a:buNone/>
              <a:defRPr sz="825" b="1">
                <a:solidFill>
                  <a:srgbClr val="A8B5C8"/>
                </a:solidFill>
                <a:latin typeface="Arial"/>
                <a:ea typeface="Arial"/>
                <a:cs typeface="Arial"/>
              </a:defRPr>
            </a:lvl5pPr>
            <a:lvl6pPr algn="r">
              <a:buNone/>
              <a:defRPr sz="825" b="1">
                <a:solidFill>
                  <a:srgbClr val="A8B5C8"/>
                </a:solidFill>
                <a:latin typeface="Arial"/>
                <a:ea typeface="Arial"/>
                <a:cs typeface="Arial"/>
              </a:defRPr>
            </a:lvl6pPr>
            <a:lvl7pPr algn="r">
              <a:buNone/>
              <a:defRPr sz="825" b="1">
                <a:solidFill>
                  <a:srgbClr val="A8B5C8"/>
                </a:solidFill>
                <a:latin typeface="Arial"/>
                <a:ea typeface="Arial"/>
                <a:cs typeface="Arial"/>
              </a:defRPr>
            </a:lvl7pPr>
            <a:lvl8pPr algn="r">
              <a:buNone/>
              <a:defRPr sz="825" b="1">
                <a:solidFill>
                  <a:srgbClr val="A8B5C8"/>
                </a:solidFill>
                <a:latin typeface="Arial"/>
                <a:ea typeface="Arial"/>
                <a:cs typeface="Arial"/>
              </a:defRPr>
            </a:lvl8pPr>
            <a:lvl9pPr algn="r">
              <a:buNone/>
              <a:defRPr sz="825" b="1">
                <a:solidFill>
                  <a:srgbClr val="A8B5C8"/>
                </a:solidFill>
                <a:latin typeface="Arial"/>
                <a:ea typeface="Arial"/>
                <a:cs typeface="Arial"/>
              </a:defRPr>
            </a:lvl9pPr>
          </a:lstStyle>
          <a:p xmlns:a="http://schemas.openxmlformats.org/drawingml/2006/main">
            <a:pPr algn="r">
              <a:lnSpc>
                <a:spcPct val="108000"/>
              </a:lnSpc>
              <a:buNone/>
              <a:defRPr sz="825" b="1">
                <a:solidFill>
                  <a:srgbClr val="A8B5C8"/>
                </a:solidFill>
                <a:latin typeface="Arial"/>
                <a:ea typeface="Arial"/>
                <a:cs typeface="Arial"/>
              </a:defRPr>
            </a:pPr>
            <a:r>
              <a:rPr sz="825" b="1">
                <a:solidFill>
                  <a:srgbClr val="A8B5C8"/>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5395C41A-96AF-44FC-A68C-050D14DA9A48}"/>
              </a:ext>
            </a:extLst>
          </p:cNvPr>
          <p:cNvSpPr>
            <a:spLocks xmlns:a="http://schemas.openxmlformats.org/drawingml/2006/main" noGrp="1"/>
          </p:cNvSpPr>
          <p:nvPr/>
        </p:nvSpPr>
        <p:spPr>
          <a:xfrm xmlns:a="http://schemas.openxmlformats.org/drawingml/2006/main">
            <a:off x="609600" y="1952625"/>
            <a:ext cx="1952625" cy="1695450"/>
          </a:xfrm>
          <a:prstGeom xmlns:a="http://schemas.openxmlformats.org/drawingml/2006/main" prst="roundRect">
            <a:avLst>
              <a:gd name="adj" fmla="val 8989"/>
            </a:avLst>
          </a:prstGeom>
          <a:solidFill xmlns:a="http://schemas.openxmlformats.org/drawingml/2006/main">
            <a:srgbClr val="1A2A4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8D528DD-02BB-4E59-AD79-5C1F31C81200}"/>
              </a:ext>
            </a:extLst>
          </p:cNvPr>
          <p:cNvSpPr>
            <a:spLocks xmlns:a="http://schemas.openxmlformats.org/drawingml/2006/main" noGrp="1"/>
          </p:cNvSpPr>
          <p:nvPr/>
        </p:nvSpPr>
        <p:spPr>
          <a:xfrm xmlns:a="http://schemas.openxmlformats.org/drawingml/2006/main">
            <a:off x="781050" y="21240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2C879"/>
                </a:solidFill>
                <a:latin typeface="Arial"/>
                <a:ea typeface="Arial"/>
                <a:cs typeface="Arial"/>
              </a:defRPr>
            </a:defPPr>
            <a:lvl1pPr algn="l">
              <a:buNone/>
              <a:defRPr sz="975" b="1">
                <a:solidFill>
                  <a:srgbClr val="F2C879"/>
                </a:solidFill>
                <a:latin typeface="Arial"/>
                <a:ea typeface="Arial"/>
                <a:cs typeface="Arial"/>
              </a:defRPr>
            </a:lvl1pPr>
            <a:lvl2pPr algn="l">
              <a:buNone/>
              <a:defRPr sz="975" b="1">
                <a:solidFill>
                  <a:srgbClr val="F2C879"/>
                </a:solidFill>
                <a:latin typeface="Arial"/>
                <a:ea typeface="Arial"/>
                <a:cs typeface="Arial"/>
              </a:defRPr>
            </a:lvl2pPr>
            <a:lvl3pPr algn="l">
              <a:buNone/>
              <a:defRPr sz="975" b="1">
                <a:solidFill>
                  <a:srgbClr val="F2C879"/>
                </a:solidFill>
                <a:latin typeface="Arial"/>
                <a:ea typeface="Arial"/>
                <a:cs typeface="Arial"/>
              </a:defRPr>
            </a:lvl3pPr>
            <a:lvl4pPr algn="l">
              <a:buNone/>
              <a:defRPr sz="975" b="1">
                <a:solidFill>
                  <a:srgbClr val="F2C879"/>
                </a:solidFill>
                <a:latin typeface="Arial"/>
                <a:ea typeface="Arial"/>
                <a:cs typeface="Arial"/>
              </a:defRPr>
            </a:lvl4pPr>
            <a:lvl5pPr algn="l">
              <a:buNone/>
              <a:defRPr sz="975" b="1">
                <a:solidFill>
                  <a:srgbClr val="F2C879"/>
                </a:solidFill>
                <a:latin typeface="Arial"/>
                <a:ea typeface="Arial"/>
                <a:cs typeface="Arial"/>
              </a:defRPr>
            </a:lvl5pPr>
            <a:lvl6pPr algn="l">
              <a:buNone/>
              <a:defRPr sz="975" b="1">
                <a:solidFill>
                  <a:srgbClr val="F2C879"/>
                </a:solidFill>
                <a:latin typeface="Arial"/>
                <a:ea typeface="Arial"/>
                <a:cs typeface="Arial"/>
              </a:defRPr>
            </a:lvl6pPr>
            <a:lvl7pPr algn="l">
              <a:buNone/>
              <a:defRPr sz="975" b="1">
                <a:solidFill>
                  <a:srgbClr val="F2C879"/>
                </a:solidFill>
                <a:latin typeface="Arial"/>
                <a:ea typeface="Arial"/>
                <a:cs typeface="Arial"/>
              </a:defRPr>
            </a:lvl7pPr>
            <a:lvl8pPr algn="l">
              <a:buNone/>
              <a:defRPr sz="975" b="1">
                <a:solidFill>
                  <a:srgbClr val="F2C879"/>
                </a:solidFill>
                <a:latin typeface="Arial"/>
                <a:ea typeface="Arial"/>
                <a:cs typeface="Arial"/>
              </a:defRPr>
            </a:lvl8pPr>
            <a:lvl9pPr algn="l">
              <a:buNone/>
              <a:defRPr sz="975" b="1">
                <a:solidFill>
                  <a:srgbClr val="F2C879"/>
                </a:solidFill>
                <a:latin typeface="Arial"/>
                <a:ea typeface="Arial"/>
                <a:cs typeface="Arial"/>
              </a:defRPr>
            </a:lvl9pPr>
          </a:lstStyle>
          <a:p xmlns:a="http://schemas.openxmlformats.org/drawingml/2006/main">
            <a:pPr algn="l">
              <a:lnSpc>
                <a:spcPct val="108000"/>
              </a:lnSpc>
              <a:buNone/>
              <a:defRPr sz="975" b="1">
                <a:solidFill>
                  <a:srgbClr val="F2C879"/>
                </a:solidFill>
                <a:latin typeface="Arial"/>
                <a:ea typeface="Arial"/>
                <a:cs typeface="Arial"/>
              </a:defRPr>
            </a:pPr>
            <a:r>
              <a:rPr sz="975" b="1">
                <a:solidFill>
                  <a:srgbClr val="F2C879"/>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74E7E460-BCF9-4822-AD21-789F84A16AEE}"/>
              </a:ext>
            </a:extLst>
          </p:cNvPr>
          <p:cNvSpPr>
            <a:spLocks xmlns:a="http://schemas.openxmlformats.org/drawingml/2006/main" noGrp="1"/>
          </p:cNvSpPr>
          <p:nvPr/>
        </p:nvSpPr>
        <p:spPr>
          <a:xfrm xmlns:a="http://schemas.openxmlformats.org/drawingml/2006/main">
            <a:off x="781050" y="2466975"/>
            <a:ext cx="1609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A8B5C8"/>
                </a:solidFill>
                <a:latin typeface="Arial"/>
                <a:ea typeface="Arial"/>
                <a:cs typeface="Arial"/>
              </a:defRPr>
            </a:defPPr>
            <a:lvl1pPr algn="l">
              <a:buNone/>
              <a:defRPr sz="900" b="1">
                <a:solidFill>
                  <a:srgbClr val="A8B5C8"/>
                </a:solidFill>
                <a:latin typeface="Arial"/>
                <a:ea typeface="Arial"/>
                <a:cs typeface="Arial"/>
              </a:defRPr>
            </a:lvl1pPr>
            <a:lvl2pPr algn="l">
              <a:buNone/>
              <a:defRPr sz="900" b="1">
                <a:solidFill>
                  <a:srgbClr val="A8B5C8"/>
                </a:solidFill>
                <a:latin typeface="Arial"/>
                <a:ea typeface="Arial"/>
                <a:cs typeface="Arial"/>
              </a:defRPr>
            </a:lvl2pPr>
            <a:lvl3pPr algn="l">
              <a:buNone/>
              <a:defRPr sz="900" b="1">
                <a:solidFill>
                  <a:srgbClr val="A8B5C8"/>
                </a:solidFill>
                <a:latin typeface="Arial"/>
                <a:ea typeface="Arial"/>
                <a:cs typeface="Arial"/>
              </a:defRPr>
            </a:lvl3pPr>
            <a:lvl4pPr algn="l">
              <a:buNone/>
              <a:defRPr sz="900" b="1">
                <a:solidFill>
                  <a:srgbClr val="A8B5C8"/>
                </a:solidFill>
                <a:latin typeface="Arial"/>
                <a:ea typeface="Arial"/>
                <a:cs typeface="Arial"/>
              </a:defRPr>
            </a:lvl4pPr>
            <a:lvl5pPr algn="l">
              <a:buNone/>
              <a:defRPr sz="900" b="1">
                <a:solidFill>
                  <a:srgbClr val="A8B5C8"/>
                </a:solidFill>
                <a:latin typeface="Arial"/>
                <a:ea typeface="Arial"/>
                <a:cs typeface="Arial"/>
              </a:defRPr>
            </a:lvl5pPr>
            <a:lvl6pPr algn="l">
              <a:buNone/>
              <a:defRPr sz="900" b="1">
                <a:solidFill>
                  <a:srgbClr val="A8B5C8"/>
                </a:solidFill>
                <a:latin typeface="Arial"/>
                <a:ea typeface="Arial"/>
                <a:cs typeface="Arial"/>
              </a:defRPr>
            </a:lvl6pPr>
            <a:lvl7pPr algn="l">
              <a:buNone/>
              <a:defRPr sz="900" b="1">
                <a:solidFill>
                  <a:srgbClr val="A8B5C8"/>
                </a:solidFill>
                <a:latin typeface="Arial"/>
                <a:ea typeface="Arial"/>
                <a:cs typeface="Arial"/>
              </a:defRPr>
            </a:lvl7pPr>
            <a:lvl8pPr algn="l">
              <a:buNone/>
              <a:defRPr sz="900" b="1">
                <a:solidFill>
                  <a:srgbClr val="A8B5C8"/>
                </a:solidFill>
                <a:latin typeface="Arial"/>
                <a:ea typeface="Arial"/>
                <a:cs typeface="Arial"/>
              </a:defRPr>
            </a:lvl8pPr>
            <a:lvl9pPr algn="l">
              <a:buNone/>
              <a:defRPr sz="900" b="1">
                <a:solidFill>
                  <a:srgbClr val="A8B5C8"/>
                </a:solidFill>
                <a:latin typeface="Arial"/>
                <a:ea typeface="Arial"/>
                <a:cs typeface="Arial"/>
              </a:defRPr>
            </a:lvl9pPr>
          </a:lstStyle>
          <a:p xmlns:a="http://schemas.openxmlformats.org/drawingml/2006/main">
            <a:pPr algn="l">
              <a:lnSpc>
                <a:spcPct val="108000"/>
              </a:lnSpc>
              <a:buNone/>
              <a:defRPr sz="900" b="1">
                <a:solidFill>
                  <a:srgbClr val="A8B5C8"/>
                </a:solidFill>
                <a:latin typeface="Arial"/>
                <a:ea typeface="Arial"/>
                <a:cs typeface="Arial"/>
              </a:defRPr>
            </a:pPr>
            <a:r>
              <a:rPr sz="900" b="1">
                <a:solidFill>
                  <a:srgbClr val="A8B5C8"/>
                </a:solidFill>
                <a:latin typeface="Arial"/>
                <a:ea typeface="Arial"/>
                <a:cs typeface="Arial"/>
              </a:rPr>
              <a:t>DECLARED</a:t>
            </a:r>
          </a:p>
        </p:txBody>
      </p:sp>
      <p:sp>
        <p:nvSpPr>
          <p:cNvPr id="9" name="">
            <a:extLst xmlns:a="http://schemas.openxmlformats.org/drawingml/2006/main">
              <a:ext uri="{FF2B5EF4-FFF2-40B4-BE49-F238E27FC236}">
                <a16:creationId xmlns:a16="http://schemas.microsoft.com/office/drawing/2014/main" id="{D15ED17F-43C4-4002-9E04-C26BD122CF0D}"/>
              </a:ext>
            </a:extLst>
          </p:cNvPr>
          <p:cNvSpPr>
            <a:spLocks xmlns:a="http://schemas.openxmlformats.org/drawingml/2006/main" noGrp="1"/>
          </p:cNvSpPr>
          <p:nvPr/>
        </p:nvSpPr>
        <p:spPr>
          <a:xfrm xmlns:a="http://schemas.openxmlformats.org/drawingml/2006/main">
            <a:off x="781050" y="2752725"/>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622"/>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Invoices &amp; returns</a:t>
            </a:r>
          </a:p>
        </p:txBody>
      </p:sp>
      <p:sp>
        <p:nvSpPr>
          <p:cNvPr id="10" name="">
            <a:extLst xmlns:a="http://schemas.openxmlformats.org/drawingml/2006/main">
              <a:ext uri="{FF2B5EF4-FFF2-40B4-BE49-F238E27FC236}">
                <a16:creationId xmlns:a16="http://schemas.microsoft.com/office/drawing/2014/main" id="{F359C806-2088-42B7-9BF1-04729D4390B4}"/>
              </a:ext>
            </a:extLst>
          </p:cNvPr>
          <p:cNvSpPr>
            <a:spLocks xmlns:a="http://schemas.openxmlformats.org/drawingml/2006/main" noGrp="1"/>
          </p:cNvSpPr>
          <p:nvPr/>
        </p:nvSpPr>
        <p:spPr>
          <a:xfrm xmlns:a="http://schemas.openxmlformats.org/drawingml/2006/main">
            <a:off x="781050" y="3209925"/>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What the unit reports</a:t>
            </a:r>
          </a:p>
        </p:txBody>
      </p:sp>
      <p:sp>
        <p:nvSpPr>
          <p:cNvPr id="11" name="">
            <a:extLst xmlns:a="http://schemas.openxmlformats.org/drawingml/2006/main">
              <a:ext uri="{FF2B5EF4-FFF2-40B4-BE49-F238E27FC236}">
                <a16:creationId xmlns:a16="http://schemas.microsoft.com/office/drawing/2014/main" id="{0FB3B86E-D087-4E89-A41A-893E856B7A52}"/>
              </a:ext>
            </a:extLst>
          </p:cNvPr>
          <p:cNvSpPr>
            <a:spLocks xmlns:a="http://schemas.openxmlformats.org/drawingml/2006/main" noGrp="1"/>
          </p:cNvSpPr>
          <p:nvPr/>
        </p:nvSpPr>
        <p:spPr>
          <a:xfrm xmlns:a="http://schemas.openxmlformats.org/drawingml/2006/main">
            <a:off x="2733675" y="1952625"/>
            <a:ext cx="1952625" cy="1695450"/>
          </a:xfrm>
          <a:prstGeom xmlns:a="http://schemas.openxmlformats.org/drawingml/2006/main" prst="roundRect">
            <a:avLst>
              <a:gd name="adj" fmla="val 8989"/>
            </a:avLst>
          </a:prstGeom>
          <a:solidFill xmlns:a="http://schemas.openxmlformats.org/drawingml/2006/main">
            <a:srgbClr val="14223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E56386-A46B-4971-8D92-D629932DDFCD}"/>
              </a:ext>
            </a:extLst>
          </p:cNvPr>
          <p:cNvSpPr>
            <a:spLocks xmlns:a="http://schemas.openxmlformats.org/drawingml/2006/main" noGrp="1"/>
          </p:cNvSpPr>
          <p:nvPr/>
        </p:nvSpPr>
        <p:spPr>
          <a:xfrm xmlns:a="http://schemas.openxmlformats.org/drawingml/2006/main">
            <a:off x="2905125" y="21240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3E6BE"/>
                </a:solidFill>
                <a:latin typeface="Arial"/>
                <a:ea typeface="Arial"/>
                <a:cs typeface="Arial"/>
              </a:defRPr>
            </a:defPPr>
            <a:lvl1pPr algn="l">
              <a:buNone/>
              <a:defRPr sz="975" b="1">
                <a:solidFill>
                  <a:srgbClr val="63E6BE"/>
                </a:solidFill>
                <a:latin typeface="Arial"/>
                <a:ea typeface="Arial"/>
                <a:cs typeface="Arial"/>
              </a:defRPr>
            </a:lvl1pPr>
            <a:lvl2pPr algn="l">
              <a:buNone/>
              <a:defRPr sz="975" b="1">
                <a:solidFill>
                  <a:srgbClr val="63E6BE"/>
                </a:solidFill>
                <a:latin typeface="Arial"/>
                <a:ea typeface="Arial"/>
                <a:cs typeface="Arial"/>
              </a:defRPr>
            </a:lvl2pPr>
            <a:lvl3pPr algn="l">
              <a:buNone/>
              <a:defRPr sz="975" b="1">
                <a:solidFill>
                  <a:srgbClr val="63E6BE"/>
                </a:solidFill>
                <a:latin typeface="Arial"/>
                <a:ea typeface="Arial"/>
                <a:cs typeface="Arial"/>
              </a:defRPr>
            </a:lvl3pPr>
            <a:lvl4pPr algn="l">
              <a:buNone/>
              <a:defRPr sz="975" b="1">
                <a:solidFill>
                  <a:srgbClr val="63E6BE"/>
                </a:solidFill>
                <a:latin typeface="Arial"/>
                <a:ea typeface="Arial"/>
                <a:cs typeface="Arial"/>
              </a:defRPr>
            </a:lvl4pPr>
            <a:lvl5pPr algn="l">
              <a:buNone/>
              <a:defRPr sz="975" b="1">
                <a:solidFill>
                  <a:srgbClr val="63E6BE"/>
                </a:solidFill>
                <a:latin typeface="Arial"/>
                <a:ea typeface="Arial"/>
                <a:cs typeface="Arial"/>
              </a:defRPr>
            </a:lvl5pPr>
            <a:lvl6pPr algn="l">
              <a:buNone/>
              <a:defRPr sz="975" b="1">
                <a:solidFill>
                  <a:srgbClr val="63E6BE"/>
                </a:solidFill>
                <a:latin typeface="Arial"/>
                <a:ea typeface="Arial"/>
                <a:cs typeface="Arial"/>
              </a:defRPr>
            </a:lvl6pPr>
            <a:lvl7pPr algn="l">
              <a:buNone/>
              <a:defRPr sz="975" b="1">
                <a:solidFill>
                  <a:srgbClr val="63E6BE"/>
                </a:solidFill>
                <a:latin typeface="Arial"/>
                <a:ea typeface="Arial"/>
                <a:cs typeface="Arial"/>
              </a:defRPr>
            </a:lvl7pPr>
            <a:lvl8pPr algn="l">
              <a:buNone/>
              <a:defRPr sz="975" b="1">
                <a:solidFill>
                  <a:srgbClr val="63E6BE"/>
                </a:solidFill>
                <a:latin typeface="Arial"/>
                <a:ea typeface="Arial"/>
                <a:cs typeface="Arial"/>
              </a:defRPr>
            </a:lvl8pPr>
            <a:lvl9pPr algn="l">
              <a:buNone/>
              <a:defRPr sz="975" b="1">
                <a:solidFill>
                  <a:srgbClr val="63E6BE"/>
                </a:solidFill>
                <a:latin typeface="Arial"/>
                <a:ea typeface="Arial"/>
                <a:cs typeface="Arial"/>
              </a:defRPr>
            </a:lvl9pPr>
          </a:lstStyle>
          <a:p xmlns:a="http://schemas.openxmlformats.org/drawingml/2006/main">
            <a:pPr algn="l">
              <a:lnSpc>
                <a:spcPct val="108000"/>
              </a:lnSpc>
              <a:buNone/>
              <a:defRPr sz="975" b="1">
                <a:solidFill>
                  <a:srgbClr val="63E6BE"/>
                </a:solidFill>
                <a:latin typeface="Arial"/>
                <a:ea typeface="Arial"/>
                <a:cs typeface="Arial"/>
              </a:defRPr>
            </a:pPr>
            <a:r>
              <a:rPr sz="975" b="1">
                <a:solidFill>
                  <a:srgbClr val="63E6BE"/>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CD2527A1-6461-4F82-8B57-55E7C1923926}"/>
              </a:ext>
            </a:extLst>
          </p:cNvPr>
          <p:cNvSpPr>
            <a:spLocks xmlns:a="http://schemas.openxmlformats.org/drawingml/2006/main" noGrp="1"/>
          </p:cNvSpPr>
          <p:nvPr/>
        </p:nvSpPr>
        <p:spPr>
          <a:xfrm xmlns:a="http://schemas.openxmlformats.org/drawingml/2006/main">
            <a:off x="2905125" y="2466975"/>
            <a:ext cx="1609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A8B5C8"/>
                </a:solidFill>
                <a:latin typeface="Arial"/>
                <a:ea typeface="Arial"/>
                <a:cs typeface="Arial"/>
              </a:defRPr>
            </a:defPPr>
            <a:lvl1pPr algn="l">
              <a:buNone/>
              <a:defRPr sz="900" b="1">
                <a:solidFill>
                  <a:srgbClr val="A8B5C8"/>
                </a:solidFill>
                <a:latin typeface="Arial"/>
                <a:ea typeface="Arial"/>
                <a:cs typeface="Arial"/>
              </a:defRPr>
            </a:lvl1pPr>
            <a:lvl2pPr algn="l">
              <a:buNone/>
              <a:defRPr sz="900" b="1">
                <a:solidFill>
                  <a:srgbClr val="A8B5C8"/>
                </a:solidFill>
                <a:latin typeface="Arial"/>
                <a:ea typeface="Arial"/>
                <a:cs typeface="Arial"/>
              </a:defRPr>
            </a:lvl2pPr>
            <a:lvl3pPr algn="l">
              <a:buNone/>
              <a:defRPr sz="900" b="1">
                <a:solidFill>
                  <a:srgbClr val="A8B5C8"/>
                </a:solidFill>
                <a:latin typeface="Arial"/>
                <a:ea typeface="Arial"/>
                <a:cs typeface="Arial"/>
              </a:defRPr>
            </a:lvl3pPr>
            <a:lvl4pPr algn="l">
              <a:buNone/>
              <a:defRPr sz="900" b="1">
                <a:solidFill>
                  <a:srgbClr val="A8B5C8"/>
                </a:solidFill>
                <a:latin typeface="Arial"/>
                <a:ea typeface="Arial"/>
                <a:cs typeface="Arial"/>
              </a:defRPr>
            </a:lvl4pPr>
            <a:lvl5pPr algn="l">
              <a:buNone/>
              <a:defRPr sz="900" b="1">
                <a:solidFill>
                  <a:srgbClr val="A8B5C8"/>
                </a:solidFill>
                <a:latin typeface="Arial"/>
                <a:ea typeface="Arial"/>
                <a:cs typeface="Arial"/>
              </a:defRPr>
            </a:lvl5pPr>
            <a:lvl6pPr algn="l">
              <a:buNone/>
              <a:defRPr sz="900" b="1">
                <a:solidFill>
                  <a:srgbClr val="A8B5C8"/>
                </a:solidFill>
                <a:latin typeface="Arial"/>
                <a:ea typeface="Arial"/>
                <a:cs typeface="Arial"/>
              </a:defRPr>
            </a:lvl6pPr>
            <a:lvl7pPr algn="l">
              <a:buNone/>
              <a:defRPr sz="900" b="1">
                <a:solidFill>
                  <a:srgbClr val="A8B5C8"/>
                </a:solidFill>
                <a:latin typeface="Arial"/>
                <a:ea typeface="Arial"/>
                <a:cs typeface="Arial"/>
              </a:defRPr>
            </a:lvl7pPr>
            <a:lvl8pPr algn="l">
              <a:buNone/>
              <a:defRPr sz="900" b="1">
                <a:solidFill>
                  <a:srgbClr val="A8B5C8"/>
                </a:solidFill>
                <a:latin typeface="Arial"/>
                <a:ea typeface="Arial"/>
                <a:cs typeface="Arial"/>
              </a:defRPr>
            </a:lvl8pPr>
            <a:lvl9pPr algn="l">
              <a:buNone/>
              <a:defRPr sz="900" b="1">
                <a:solidFill>
                  <a:srgbClr val="A8B5C8"/>
                </a:solidFill>
                <a:latin typeface="Arial"/>
                <a:ea typeface="Arial"/>
                <a:cs typeface="Arial"/>
              </a:defRPr>
            </a:lvl9pPr>
          </a:lstStyle>
          <a:p xmlns:a="http://schemas.openxmlformats.org/drawingml/2006/main">
            <a:pPr algn="l">
              <a:lnSpc>
                <a:spcPct val="108000"/>
              </a:lnSpc>
              <a:buNone/>
              <a:defRPr sz="900" b="1">
                <a:solidFill>
                  <a:srgbClr val="A8B5C8"/>
                </a:solidFill>
                <a:latin typeface="Arial"/>
                <a:ea typeface="Arial"/>
                <a:cs typeface="Arial"/>
              </a:defRPr>
            </a:pPr>
            <a:r>
              <a:rPr sz="900" b="1">
                <a:solidFill>
                  <a:srgbClr val="A8B5C8"/>
                </a:solidFill>
                <a:latin typeface="Arial"/>
                <a:ea typeface="Arial"/>
                <a:cs typeface="Arial"/>
              </a:rPr>
              <a:t>PHYSICAL</a:t>
            </a:r>
          </a:p>
        </p:txBody>
      </p:sp>
      <p:sp>
        <p:nvSpPr>
          <p:cNvPr id="14" name="">
            <a:extLst xmlns:a="http://schemas.openxmlformats.org/drawingml/2006/main">
              <a:ext uri="{FF2B5EF4-FFF2-40B4-BE49-F238E27FC236}">
                <a16:creationId xmlns:a16="http://schemas.microsoft.com/office/drawing/2014/main" id="{67C908D8-7BA7-454B-B068-7F4F11841C93}"/>
              </a:ext>
            </a:extLst>
          </p:cNvPr>
          <p:cNvSpPr>
            <a:spLocks xmlns:a="http://schemas.openxmlformats.org/drawingml/2006/main" noGrp="1"/>
          </p:cNvSpPr>
          <p:nvPr/>
        </p:nvSpPr>
        <p:spPr>
          <a:xfrm xmlns:a="http://schemas.openxmlformats.org/drawingml/2006/main">
            <a:off x="2905125" y="2752725"/>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Power &amp; stock</a:t>
            </a:r>
          </a:p>
        </p:txBody>
      </p:sp>
      <p:sp>
        <p:nvSpPr>
          <p:cNvPr id="15" name="">
            <a:extLst xmlns:a="http://schemas.openxmlformats.org/drawingml/2006/main">
              <a:ext uri="{FF2B5EF4-FFF2-40B4-BE49-F238E27FC236}">
                <a16:creationId xmlns:a16="http://schemas.microsoft.com/office/drawing/2014/main" id="{456BF467-E48D-4A27-AC09-F9D0AE40D552}"/>
              </a:ext>
            </a:extLst>
          </p:cNvPr>
          <p:cNvSpPr>
            <a:spLocks xmlns:a="http://schemas.openxmlformats.org/drawingml/2006/main" noGrp="1"/>
          </p:cNvSpPr>
          <p:nvPr/>
        </p:nvSpPr>
        <p:spPr>
          <a:xfrm xmlns:a="http://schemas.openxmlformats.org/drawingml/2006/main">
            <a:off x="2905125" y="3209925"/>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What production could support</a:t>
            </a:r>
          </a:p>
        </p:txBody>
      </p:sp>
      <p:sp>
        <p:nvSpPr>
          <p:cNvPr id="16" name="">
            <a:extLst xmlns:a="http://schemas.openxmlformats.org/drawingml/2006/main">
              <a:ext uri="{FF2B5EF4-FFF2-40B4-BE49-F238E27FC236}">
                <a16:creationId xmlns:a16="http://schemas.microsoft.com/office/drawing/2014/main" id="{81882100-A856-4BBE-9333-B465E800681C}"/>
              </a:ext>
            </a:extLst>
          </p:cNvPr>
          <p:cNvSpPr>
            <a:spLocks xmlns:a="http://schemas.openxmlformats.org/drawingml/2006/main" noGrp="1"/>
          </p:cNvSpPr>
          <p:nvPr/>
        </p:nvSpPr>
        <p:spPr>
          <a:xfrm xmlns:a="http://schemas.openxmlformats.org/drawingml/2006/main">
            <a:off x="4857750" y="1952625"/>
            <a:ext cx="1952625" cy="1695450"/>
          </a:xfrm>
          <a:prstGeom xmlns:a="http://schemas.openxmlformats.org/drawingml/2006/main" prst="roundRect">
            <a:avLst>
              <a:gd name="adj" fmla="val 8989"/>
            </a:avLst>
          </a:prstGeom>
          <a:solidFill xmlns:a="http://schemas.openxmlformats.org/drawingml/2006/main">
            <a:srgbClr val="1422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4C74277-9D67-49B0-9908-D4B19AC11D23}"/>
              </a:ext>
            </a:extLst>
          </p:cNvPr>
          <p:cNvSpPr>
            <a:spLocks xmlns:a="http://schemas.openxmlformats.org/drawingml/2006/main" noGrp="1"/>
          </p:cNvSpPr>
          <p:nvPr/>
        </p:nvSpPr>
        <p:spPr>
          <a:xfrm xmlns:a="http://schemas.openxmlformats.org/drawingml/2006/main">
            <a:off x="5029200" y="21240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3E6BE"/>
                </a:solidFill>
                <a:latin typeface="Arial"/>
                <a:ea typeface="Arial"/>
                <a:cs typeface="Arial"/>
              </a:defRPr>
            </a:defPPr>
            <a:lvl1pPr algn="l">
              <a:buNone/>
              <a:defRPr sz="975" b="1">
                <a:solidFill>
                  <a:srgbClr val="63E6BE"/>
                </a:solidFill>
                <a:latin typeface="Arial"/>
                <a:ea typeface="Arial"/>
                <a:cs typeface="Arial"/>
              </a:defRPr>
            </a:lvl1pPr>
            <a:lvl2pPr algn="l">
              <a:buNone/>
              <a:defRPr sz="975" b="1">
                <a:solidFill>
                  <a:srgbClr val="63E6BE"/>
                </a:solidFill>
                <a:latin typeface="Arial"/>
                <a:ea typeface="Arial"/>
                <a:cs typeface="Arial"/>
              </a:defRPr>
            </a:lvl2pPr>
            <a:lvl3pPr algn="l">
              <a:buNone/>
              <a:defRPr sz="975" b="1">
                <a:solidFill>
                  <a:srgbClr val="63E6BE"/>
                </a:solidFill>
                <a:latin typeface="Arial"/>
                <a:ea typeface="Arial"/>
                <a:cs typeface="Arial"/>
              </a:defRPr>
            </a:lvl3pPr>
            <a:lvl4pPr algn="l">
              <a:buNone/>
              <a:defRPr sz="975" b="1">
                <a:solidFill>
                  <a:srgbClr val="63E6BE"/>
                </a:solidFill>
                <a:latin typeface="Arial"/>
                <a:ea typeface="Arial"/>
                <a:cs typeface="Arial"/>
              </a:defRPr>
            </a:lvl4pPr>
            <a:lvl5pPr algn="l">
              <a:buNone/>
              <a:defRPr sz="975" b="1">
                <a:solidFill>
                  <a:srgbClr val="63E6BE"/>
                </a:solidFill>
                <a:latin typeface="Arial"/>
                <a:ea typeface="Arial"/>
                <a:cs typeface="Arial"/>
              </a:defRPr>
            </a:lvl5pPr>
            <a:lvl6pPr algn="l">
              <a:buNone/>
              <a:defRPr sz="975" b="1">
                <a:solidFill>
                  <a:srgbClr val="63E6BE"/>
                </a:solidFill>
                <a:latin typeface="Arial"/>
                <a:ea typeface="Arial"/>
                <a:cs typeface="Arial"/>
              </a:defRPr>
            </a:lvl6pPr>
            <a:lvl7pPr algn="l">
              <a:buNone/>
              <a:defRPr sz="975" b="1">
                <a:solidFill>
                  <a:srgbClr val="63E6BE"/>
                </a:solidFill>
                <a:latin typeface="Arial"/>
                <a:ea typeface="Arial"/>
                <a:cs typeface="Arial"/>
              </a:defRPr>
            </a:lvl7pPr>
            <a:lvl8pPr algn="l">
              <a:buNone/>
              <a:defRPr sz="975" b="1">
                <a:solidFill>
                  <a:srgbClr val="63E6BE"/>
                </a:solidFill>
                <a:latin typeface="Arial"/>
                <a:ea typeface="Arial"/>
                <a:cs typeface="Arial"/>
              </a:defRPr>
            </a:lvl8pPr>
            <a:lvl9pPr algn="l">
              <a:buNone/>
              <a:defRPr sz="975" b="1">
                <a:solidFill>
                  <a:srgbClr val="63E6BE"/>
                </a:solidFill>
                <a:latin typeface="Arial"/>
                <a:ea typeface="Arial"/>
                <a:cs typeface="Arial"/>
              </a:defRPr>
            </a:lvl9pPr>
          </a:lstStyle>
          <a:p xmlns:a="http://schemas.openxmlformats.org/drawingml/2006/main">
            <a:pPr algn="l">
              <a:lnSpc>
                <a:spcPct val="108000"/>
              </a:lnSpc>
              <a:buNone/>
              <a:defRPr sz="975" b="1">
                <a:solidFill>
                  <a:srgbClr val="63E6BE"/>
                </a:solidFill>
                <a:latin typeface="Arial"/>
                <a:ea typeface="Arial"/>
                <a:cs typeface="Arial"/>
              </a:defRPr>
            </a:pPr>
            <a:r>
              <a:rPr sz="975" b="1">
                <a:solidFill>
                  <a:srgbClr val="63E6BE"/>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931780DB-D698-4926-BAF2-AA287D1E1D06}"/>
              </a:ext>
            </a:extLst>
          </p:cNvPr>
          <p:cNvSpPr>
            <a:spLocks xmlns:a="http://schemas.openxmlformats.org/drawingml/2006/main" noGrp="1"/>
          </p:cNvSpPr>
          <p:nvPr/>
        </p:nvSpPr>
        <p:spPr>
          <a:xfrm xmlns:a="http://schemas.openxmlformats.org/drawingml/2006/main">
            <a:off x="5029200" y="2466975"/>
            <a:ext cx="1609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A8B5C8"/>
                </a:solidFill>
                <a:latin typeface="Arial"/>
                <a:ea typeface="Arial"/>
                <a:cs typeface="Arial"/>
              </a:defRPr>
            </a:defPPr>
            <a:lvl1pPr algn="l">
              <a:buNone/>
              <a:defRPr sz="900" b="1">
                <a:solidFill>
                  <a:srgbClr val="A8B5C8"/>
                </a:solidFill>
                <a:latin typeface="Arial"/>
                <a:ea typeface="Arial"/>
                <a:cs typeface="Arial"/>
              </a:defRPr>
            </a:lvl1pPr>
            <a:lvl2pPr algn="l">
              <a:buNone/>
              <a:defRPr sz="900" b="1">
                <a:solidFill>
                  <a:srgbClr val="A8B5C8"/>
                </a:solidFill>
                <a:latin typeface="Arial"/>
                <a:ea typeface="Arial"/>
                <a:cs typeface="Arial"/>
              </a:defRPr>
            </a:lvl2pPr>
            <a:lvl3pPr algn="l">
              <a:buNone/>
              <a:defRPr sz="900" b="1">
                <a:solidFill>
                  <a:srgbClr val="A8B5C8"/>
                </a:solidFill>
                <a:latin typeface="Arial"/>
                <a:ea typeface="Arial"/>
                <a:cs typeface="Arial"/>
              </a:defRPr>
            </a:lvl3pPr>
            <a:lvl4pPr algn="l">
              <a:buNone/>
              <a:defRPr sz="900" b="1">
                <a:solidFill>
                  <a:srgbClr val="A8B5C8"/>
                </a:solidFill>
                <a:latin typeface="Arial"/>
                <a:ea typeface="Arial"/>
                <a:cs typeface="Arial"/>
              </a:defRPr>
            </a:lvl4pPr>
            <a:lvl5pPr algn="l">
              <a:buNone/>
              <a:defRPr sz="900" b="1">
                <a:solidFill>
                  <a:srgbClr val="A8B5C8"/>
                </a:solidFill>
                <a:latin typeface="Arial"/>
                <a:ea typeface="Arial"/>
                <a:cs typeface="Arial"/>
              </a:defRPr>
            </a:lvl5pPr>
            <a:lvl6pPr algn="l">
              <a:buNone/>
              <a:defRPr sz="900" b="1">
                <a:solidFill>
                  <a:srgbClr val="A8B5C8"/>
                </a:solidFill>
                <a:latin typeface="Arial"/>
                <a:ea typeface="Arial"/>
                <a:cs typeface="Arial"/>
              </a:defRPr>
            </a:lvl6pPr>
            <a:lvl7pPr algn="l">
              <a:buNone/>
              <a:defRPr sz="900" b="1">
                <a:solidFill>
                  <a:srgbClr val="A8B5C8"/>
                </a:solidFill>
                <a:latin typeface="Arial"/>
                <a:ea typeface="Arial"/>
                <a:cs typeface="Arial"/>
              </a:defRPr>
            </a:lvl7pPr>
            <a:lvl8pPr algn="l">
              <a:buNone/>
              <a:defRPr sz="900" b="1">
                <a:solidFill>
                  <a:srgbClr val="A8B5C8"/>
                </a:solidFill>
                <a:latin typeface="Arial"/>
                <a:ea typeface="Arial"/>
                <a:cs typeface="Arial"/>
              </a:defRPr>
            </a:lvl8pPr>
            <a:lvl9pPr algn="l">
              <a:buNone/>
              <a:defRPr sz="900" b="1">
                <a:solidFill>
                  <a:srgbClr val="A8B5C8"/>
                </a:solidFill>
                <a:latin typeface="Arial"/>
                <a:ea typeface="Arial"/>
                <a:cs typeface="Arial"/>
              </a:defRPr>
            </a:lvl9pPr>
          </a:lstStyle>
          <a:p xmlns:a="http://schemas.openxmlformats.org/drawingml/2006/main">
            <a:pPr algn="l">
              <a:lnSpc>
                <a:spcPct val="108000"/>
              </a:lnSpc>
              <a:buNone/>
              <a:defRPr sz="900" b="1">
                <a:solidFill>
                  <a:srgbClr val="A8B5C8"/>
                </a:solidFill>
                <a:latin typeface="Arial"/>
                <a:ea typeface="Arial"/>
                <a:cs typeface="Arial"/>
              </a:defRPr>
            </a:pPr>
            <a:r>
              <a:rPr sz="900" b="1">
                <a:solidFill>
                  <a:srgbClr val="A8B5C8"/>
                </a:solidFill>
                <a:latin typeface="Arial"/>
                <a:ea typeface="Arial"/>
                <a:cs typeface="Arial"/>
              </a:rPr>
              <a:t>MOVEMENT</a:t>
            </a:r>
          </a:p>
        </p:txBody>
      </p:sp>
      <p:sp>
        <p:nvSpPr>
          <p:cNvPr id="19" name="">
            <a:extLst xmlns:a="http://schemas.openxmlformats.org/drawingml/2006/main">
              <a:ext uri="{FF2B5EF4-FFF2-40B4-BE49-F238E27FC236}">
                <a16:creationId xmlns:a16="http://schemas.microsoft.com/office/drawing/2014/main" id="{009631AB-40A4-42A1-BCC7-8DBD98E13ED4}"/>
              </a:ext>
            </a:extLst>
          </p:cNvPr>
          <p:cNvSpPr>
            <a:spLocks xmlns:a="http://schemas.openxmlformats.org/drawingml/2006/main" noGrp="1"/>
          </p:cNvSpPr>
          <p:nvPr/>
        </p:nvSpPr>
        <p:spPr>
          <a:xfrm xmlns:a="http://schemas.openxmlformats.org/drawingml/2006/main">
            <a:off x="5029200" y="2752725"/>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E-way bills</a:t>
            </a:r>
          </a:p>
        </p:txBody>
      </p:sp>
      <p:sp>
        <p:nvSpPr>
          <p:cNvPr id="20" name="">
            <a:extLst xmlns:a="http://schemas.openxmlformats.org/drawingml/2006/main">
              <a:ext uri="{FF2B5EF4-FFF2-40B4-BE49-F238E27FC236}">
                <a16:creationId xmlns:a16="http://schemas.microsoft.com/office/drawing/2014/main" id="{B4DC7D7A-85D8-4A5A-8908-5F107F76713B}"/>
              </a:ext>
            </a:extLst>
          </p:cNvPr>
          <p:cNvSpPr>
            <a:spLocks xmlns:a="http://schemas.openxmlformats.org/drawingml/2006/main" noGrp="1"/>
          </p:cNvSpPr>
          <p:nvPr/>
        </p:nvSpPr>
        <p:spPr>
          <a:xfrm xmlns:a="http://schemas.openxmlformats.org/drawingml/2006/main">
            <a:off x="5029200" y="3209925"/>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What actually left the gate</a:t>
            </a:r>
          </a:p>
        </p:txBody>
      </p:sp>
      <p:sp>
        <p:nvSpPr>
          <p:cNvPr id="21" name="">
            <a:extLst xmlns:a="http://schemas.openxmlformats.org/drawingml/2006/main">
              <a:ext uri="{FF2B5EF4-FFF2-40B4-BE49-F238E27FC236}">
                <a16:creationId xmlns:a16="http://schemas.microsoft.com/office/drawing/2014/main" id="{1C545D99-820E-4EF7-8D79-1B3B15326759}"/>
              </a:ext>
            </a:extLst>
          </p:cNvPr>
          <p:cNvSpPr>
            <a:spLocks xmlns:a="http://schemas.openxmlformats.org/drawingml/2006/main" noGrp="1"/>
          </p:cNvSpPr>
          <p:nvPr/>
        </p:nvSpPr>
        <p:spPr>
          <a:xfrm xmlns:a="http://schemas.openxmlformats.org/drawingml/2006/main">
            <a:off x="6981825" y="1952625"/>
            <a:ext cx="1952625" cy="1695450"/>
          </a:xfrm>
          <a:prstGeom xmlns:a="http://schemas.openxmlformats.org/drawingml/2006/main" prst="roundRect">
            <a:avLst>
              <a:gd name="adj" fmla="val 8989"/>
            </a:avLst>
          </a:prstGeom>
          <a:solidFill xmlns:a="http://schemas.openxmlformats.org/drawingml/2006/main">
            <a:srgbClr val="14223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07128E1-81B0-4BBF-AE5B-670F03EBE863}"/>
              </a:ext>
            </a:extLst>
          </p:cNvPr>
          <p:cNvSpPr>
            <a:spLocks xmlns:a="http://schemas.openxmlformats.org/drawingml/2006/main" noGrp="1"/>
          </p:cNvSpPr>
          <p:nvPr/>
        </p:nvSpPr>
        <p:spPr>
          <a:xfrm xmlns:a="http://schemas.openxmlformats.org/drawingml/2006/main">
            <a:off x="7153275" y="21240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3E6BE"/>
                </a:solidFill>
                <a:latin typeface="Arial"/>
                <a:ea typeface="Arial"/>
                <a:cs typeface="Arial"/>
              </a:defRPr>
            </a:defPPr>
            <a:lvl1pPr algn="l">
              <a:buNone/>
              <a:defRPr sz="975" b="1">
                <a:solidFill>
                  <a:srgbClr val="63E6BE"/>
                </a:solidFill>
                <a:latin typeface="Arial"/>
                <a:ea typeface="Arial"/>
                <a:cs typeface="Arial"/>
              </a:defRPr>
            </a:lvl1pPr>
            <a:lvl2pPr algn="l">
              <a:buNone/>
              <a:defRPr sz="975" b="1">
                <a:solidFill>
                  <a:srgbClr val="63E6BE"/>
                </a:solidFill>
                <a:latin typeface="Arial"/>
                <a:ea typeface="Arial"/>
                <a:cs typeface="Arial"/>
              </a:defRPr>
            </a:lvl2pPr>
            <a:lvl3pPr algn="l">
              <a:buNone/>
              <a:defRPr sz="975" b="1">
                <a:solidFill>
                  <a:srgbClr val="63E6BE"/>
                </a:solidFill>
                <a:latin typeface="Arial"/>
                <a:ea typeface="Arial"/>
                <a:cs typeface="Arial"/>
              </a:defRPr>
            </a:lvl3pPr>
            <a:lvl4pPr algn="l">
              <a:buNone/>
              <a:defRPr sz="975" b="1">
                <a:solidFill>
                  <a:srgbClr val="63E6BE"/>
                </a:solidFill>
                <a:latin typeface="Arial"/>
                <a:ea typeface="Arial"/>
                <a:cs typeface="Arial"/>
              </a:defRPr>
            </a:lvl4pPr>
            <a:lvl5pPr algn="l">
              <a:buNone/>
              <a:defRPr sz="975" b="1">
                <a:solidFill>
                  <a:srgbClr val="63E6BE"/>
                </a:solidFill>
                <a:latin typeface="Arial"/>
                <a:ea typeface="Arial"/>
                <a:cs typeface="Arial"/>
              </a:defRPr>
            </a:lvl5pPr>
            <a:lvl6pPr algn="l">
              <a:buNone/>
              <a:defRPr sz="975" b="1">
                <a:solidFill>
                  <a:srgbClr val="63E6BE"/>
                </a:solidFill>
                <a:latin typeface="Arial"/>
                <a:ea typeface="Arial"/>
                <a:cs typeface="Arial"/>
              </a:defRPr>
            </a:lvl6pPr>
            <a:lvl7pPr algn="l">
              <a:buNone/>
              <a:defRPr sz="975" b="1">
                <a:solidFill>
                  <a:srgbClr val="63E6BE"/>
                </a:solidFill>
                <a:latin typeface="Arial"/>
                <a:ea typeface="Arial"/>
                <a:cs typeface="Arial"/>
              </a:defRPr>
            </a:lvl7pPr>
            <a:lvl8pPr algn="l">
              <a:buNone/>
              <a:defRPr sz="975" b="1">
                <a:solidFill>
                  <a:srgbClr val="63E6BE"/>
                </a:solidFill>
                <a:latin typeface="Arial"/>
                <a:ea typeface="Arial"/>
                <a:cs typeface="Arial"/>
              </a:defRPr>
            </a:lvl8pPr>
            <a:lvl9pPr algn="l">
              <a:buNone/>
              <a:defRPr sz="975" b="1">
                <a:solidFill>
                  <a:srgbClr val="63E6BE"/>
                </a:solidFill>
                <a:latin typeface="Arial"/>
                <a:ea typeface="Arial"/>
                <a:cs typeface="Arial"/>
              </a:defRPr>
            </a:lvl9pPr>
          </a:lstStyle>
          <a:p xmlns:a="http://schemas.openxmlformats.org/drawingml/2006/main">
            <a:pPr algn="l">
              <a:lnSpc>
                <a:spcPct val="108000"/>
              </a:lnSpc>
              <a:buNone/>
              <a:defRPr sz="975" b="1">
                <a:solidFill>
                  <a:srgbClr val="63E6BE"/>
                </a:solidFill>
                <a:latin typeface="Arial"/>
                <a:ea typeface="Arial"/>
                <a:cs typeface="Arial"/>
              </a:defRPr>
            </a:pPr>
            <a:r>
              <a:rPr sz="975" b="1">
                <a:solidFill>
                  <a:srgbClr val="63E6BE"/>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32192673-C166-4F2E-B248-DE23C683AE9C}"/>
              </a:ext>
            </a:extLst>
          </p:cNvPr>
          <p:cNvSpPr>
            <a:spLocks xmlns:a="http://schemas.openxmlformats.org/drawingml/2006/main" noGrp="1"/>
          </p:cNvSpPr>
          <p:nvPr/>
        </p:nvSpPr>
        <p:spPr>
          <a:xfrm xmlns:a="http://schemas.openxmlformats.org/drawingml/2006/main">
            <a:off x="7153275" y="2466975"/>
            <a:ext cx="1609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A8B5C8"/>
                </a:solidFill>
                <a:latin typeface="Arial"/>
                <a:ea typeface="Arial"/>
                <a:cs typeface="Arial"/>
              </a:defRPr>
            </a:defPPr>
            <a:lvl1pPr algn="l">
              <a:buNone/>
              <a:defRPr sz="900" b="1">
                <a:solidFill>
                  <a:srgbClr val="A8B5C8"/>
                </a:solidFill>
                <a:latin typeface="Arial"/>
                <a:ea typeface="Arial"/>
                <a:cs typeface="Arial"/>
              </a:defRPr>
            </a:lvl1pPr>
            <a:lvl2pPr algn="l">
              <a:buNone/>
              <a:defRPr sz="900" b="1">
                <a:solidFill>
                  <a:srgbClr val="A8B5C8"/>
                </a:solidFill>
                <a:latin typeface="Arial"/>
                <a:ea typeface="Arial"/>
                <a:cs typeface="Arial"/>
              </a:defRPr>
            </a:lvl2pPr>
            <a:lvl3pPr algn="l">
              <a:buNone/>
              <a:defRPr sz="900" b="1">
                <a:solidFill>
                  <a:srgbClr val="A8B5C8"/>
                </a:solidFill>
                <a:latin typeface="Arial"/>
                <a:ea typeface="Arial"/>
                <a:cs typeface="Arial"/>
              </a:defRPr>
            </a:lvl3pPr>
            <a:lvl4pPr algn="l">
              <a:buNone/>
              <a:defRPr sz="900" b="1">
                <a:solidFill>
                  <a:srgbClr val="A8B5C8"/>
                </a:solidFill>
                <a:latin typeface="Arial"/>
                <a:ea typeface="Arial"/>
                <a:cs typeface="Arial"/>
              </a:defRPr>
            </a:lvl4pPr>
            <a:lvl5pPr algn="l">
              <a:buNone/>
              <a:defRPr sz="900" b="1">
                <a:solidFill>
                  <a:srgbClr val="A8B5C8"/>
                </a:solidFill>
                <a:latin typeface="Arial"/>
                <a:ea typeface="Arial"/>
                <a:cs typeface="Arial"/>
              </a:defRPr>
            </a:lvl5pPr>
            <a:lvl6pPr algn="l">
              <a:buNone/>
              <a:defRPr sz="900" b="1">
                <a:solidFill>
                  <a:srgbClr val="A8B5C8"/>
                </a:solidFill>
                <a:latin typeface="Arial"/>
                <a:ea typeface="Arial"/>
                <a:cs typeface="Arial"/>
              </a:defRPr>
            </a:lvl6pPr>
            <a:lvl7pPr algn="l">
              <a:buNone/>
              <a:defRPr sz="900" b="1">
                <a:solidFill>
                  <a:srgbClr val="A8B5C8"/>
                </a:solidFill>
                <a:latin typeface="Arial"/>
                <a:ea typeface="Arial"/>
                <a:cs typeface="Arial"/>
              </a:defRPr>
            </a:lvl7pPr>
            <a:lvl8pPr algn="l">
              <a:buNone/>
              <a:defRPr sz="900" b="1">
                <a:solidFill>
                  <a:srgbClr val="A8B5C8"/>
                </a:solidFill>
                <a:latin typeface="Arial"/>
                <a:ea typeface="Arial"/>
                <a:cs typeface="Arial"/>
              </a:defRPr>
            </a:lvl8pPr>
            <a:lvl9pPr algn="l">
              <a:buNone/>
              <a:defRPr sz="900" b="1">
                <a:solidFill>
                  <a:srgbClr val="A8B5C8"/>
                </a:solidFill>
                <a:latin typeface="Arial"/>
                <a:ea typeface="Arial"/>
                <a:cs typeface="Arial"/>
              </a:defRPr>
            </a:lvl9pPr>
          </a:lstStyle>
          <a:p xmlns:a="http://schemas.openxmlformats.org/drawingml/2006/main">
            <a:pPr algn="l">
              <a:lnSpc>
                <a:spcPct val="108000"/>
              </a:lnSpc>
              <a:buNone/>
              <a:defRPr sz="900" b="1">
                <a:solidFill>
                  <a:srgbClr val="A8B5C8"/>
                </a:solidFill>
                <a:latin typeface="Arial"/>
                <a:ea typeface="Arial"/>
                <a:cs typeface="Arial"/>
              </a:defRPr>
            </a:pPr>
            <a:r>
              <a:rPr sz="900" b="1">
                <a:solidFill>
                  <a:srgbClr val="A8B5C8"/>
                </a:solidFill>
                <a:latin typeface="Arial"/>
                <a:ea typeface="Arial"/>
                <a:cs typeface="Arial"/>
              </a:rPr>
              <a:t>FINANCIAL</a:t>
            </a:r>
          </a:p>
        </p:txBody>
      </p:sp>
      <p:sp>
        <p:nvSpPr>
          <p:cNvPr id="24" name="">
            <a:extLst xmlns:a="http://schemas.openxmlformats.org/drawingml/2006/main">
              <a:ext uri="{FF2B5EF4-FFF2-40B4-BE49-F238E27FC236}">
                <a16:creationId xmlns:a16="http://schemas.microsoft.com/office/drawing/2014/main" id="{5E9D15BB-FC7F-4F56-859A-7777455F7CD8}"/>
              </a:ext>
            </a:extLst>
          </p:cNvPr>
          <p:cNvSpPr>
            <a:spLocks xmlns:a="http://schemas.openxmlformats.org/drawingml/2006/main" noGrp="1"/>
          </p:cNvSpPr>
          <p:nvPr/>
        </p:nvSpPr>
        <p:spPr>
          <a:xfrm xmlns:a="http://schemas.openxmlformats.org/drawingml/2006/main">
            <a:off x="7153275" y="2752725"/>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Bank flows</a:t>
            </a:r>
          </a:p>
        </p:txBody>
      </p:sp>
      <p:sp>
        <p:nvSpPr>
          <p:cNvPr id="25" name="">
            <a:extLst xmlns:a="http://schemas.openxmlformats.org/drawingml/2006/main">
              <a:ext uri="{FF2B5EF4-FFF2-40B4-BE49-F238E27FC236}">
                <a16:creationId xmlns:a16="http://schemas.microsoft.com/office/drawing/2014/main" id="{452ACFE0-A1D3-4DC5-A4C8-0E455ED51A41}"/>
              </a:ext>
            </a:extLst>
          </p:cNvPr>
          <p:cNvSpPr>
            <a:spLocks xmlns:a="http://schemas.openxmlformats.org/drawingml/2006/main" noGrp="1"/>
          </p:cNvSpPr>
          <p:nvPr/>
        </p:nvSpPr>
        <p:spPr>
          <a:xfrm xmlns:a="http://schemas.openxmlformats.org/drawingml/2006/main">
            <a:off x="7153275" y="3209925"/>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What payments show</a:t>
            </a:r>
          </a:p>
        </p:txBody>
      </p:sp>
      <p:sp>
        <p:nvSpPr>
          <p:cNvPr id="26" name="">
            <a:extLst xmlns:a="http://schemas.openxmlformats.org/drawingml/2006/main">
              <a:ext uri="{FF2B5EF4-FFF2-40B4-BE49-F238E27FC236}">
                <a16:creationId xmlns:a16="http://schemas.microsoft.com/office/drawing/2014/main" id="{E187DBE9-1733-4ED2-9137-DF66D46FB975}"/>
              </a:ext>
            </a:extLst>
          </p:cNvPr>
          <p:cNvSpPr>
            <a:spLocks xmlns:a="http://schemas.openxmlformats.org/drawingml/2006/main" noGrp="1"/>
          </p:cNvSpPr>
          <p:nvPr/>
        </p:nvSpPr>
        <p:spPr>
          <a:xfrm xmlns:a="http://schemas.openxmlformats.org/drawingml/2006/main">
            <a:off x="9105900" y="1952625"/>
            <a:ext cx="1952625" cy="1695450"/>
          </a:xfrm>
          <a:prstGeom xmlns:a="http://schemas.openxmlformats.org/drawingml/2006/main" prst="roundRect">
            <a:avLst>
              <a:gd name="adj" fmla="val 8989"/>
            </a:avLst>
          </a:prstGeom>
          <a:solidFill xmlns:a="http://schemas.openxmlformats.org/drawingml/2006/main">
            <a:srgbClr val="14223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5B01BEE-7357-4C41-9B80-B7065819BEDE}"/>
              </a:ext>
            </a:extLst>
          </p:cNvPr>
          <p:cNvSpPr>
            <a:spLocks xmlns:a="http://schemas.openxmlformats.org/drawingml/2006/main" noGrp="1"/>
          </p:cNvSpPr>
          <p:nvPr/>
        </p:nvSpPr>
        <p:spPr>
          <a:xfrm xmlns:a="http://schemas.openxmlformats.org/drawingml/2006/main">
            <a:off x="9277350" y="21240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3E6BE"/>
                </a:solidFill>
                <a:latin typeface="Arial"/>
                <a:ea typeface="Arial"/>
                <a:cs typeface="Arial"/>
              </a:defRPr>
            </a:defPPr>
            <a:lvl1pPr algn="l">
              <a:buNone/>
              <a:defRPr sz="975" b="1">
                <a:solidFill>
                  <a:srgbClr val="63E6BE"/>
                </a:solidFill>
                <a:latin typeface="Arial"/>
                <a:ea typeface="Arial"/>
                <a:cs typeface="Arial"/>
              </a:defRPr>
            </a:lvl1pPr>
            <a:lvl2pPr algn="l">
              <a:buNone/>
              <a:defRPr sz="975" b="1">
                <a:solidFill>
                  <a:srgbClr val="63E6BE"/>
                </a:solidFill>
                <a:latin typeface="Arial"/>
                <a:ea typeface="Arial"/>
                <a:cs typeface="Arial"/>
              </a:defRPr>
            </a:lvl2pPr>
            <a:lvl3pPr algn="l">
              <a:buNone/>
              <a:defRPr sz="975" b="1">
                <a:solidFill>
                  <a:srgbClr val="63E6BE"/>
                </a:solidFill>
                <a:latin typeface="Arial"/>
                <a:ea typeface="Arial"/>
                <a:cs typeface="Arial"/>
              </a:defRPr>
            </a:lvl3pPr>
            <a:lvl4pPr algn="l">
              <a:buNone/>
              <a:defRPr sz="975" b="1">
                <a:solidFill>
                  <a:srgbClr val="63E6BE"/>
                </a:solidFill>
                <a:latin typeface="Arial"/>
                <a:ea typeface="Arial"/>
                <a:cs typeface="Arial"/>
              </a:defRPr>
            </a:lvl4pPr>
            <a:lvl5pPr algn="l">
              <a:buNone/>
              <a:defRPr sz="975" b="1">
                <a:solidFill>
                  <a:srgbClr val="63E6BE"/>
                </a:solidFill>
                <a:latin typeface="Arial"/>
                <a:ea typeface="Arial"/>
                <a:cs typeface="Arial"/>
              </a:defRPr>
            </a:lvl5pPr>
            <a:lvl6pPr algn="l">
              <a:buNone/>
              <a:defRPr sz="975" b="1">
                <a:solidFill>
                  <a:srgbClr val="63E6BE"/>
                </a:solidFill>
                <a:latin typeface="Arial"/>
                <a:ea typeface="Arial"/>
                <a:cs typeface="Arial"/>
              </a:defRPr>
            </a:lvl6pPr>
            <a:lvl7pPr algn="l">
              <a:buNone/>
              <a:defRPr sz="975" b="1">
                <a:solidFill>
                  <a:srgbClr val="63E6BE"/>
                </a:solidFill>
                <a:latin typeface="Arial"/>
                <a:ea typeface="Arial"/>
                <a:cs typeface="Arial"/>
              </a:defRPr>
            </a:lvl7pPr>
            <a:lvl8pPr algn="l">
              <a:buNone/>
              <a:defRPr sz="975" b="1">
                <a:solidFill>
                  <a:srgbClr val="63E6BE"/>
                </a:solidFill>
                <a:latin typeface="Arial"/>
                <a:ea typeface="Arial"/>
                <a:cs typeface="Arial"/>
              </a:defRPr>
            </a:lvl8pPr>
            <a:lvl9pPr algn="l">
              <a:buNone/>
              <a:defRPr sz="975" b="1">
                <a:solidFill>
                  <a:srgbClr val="63E6BE"/>
                </a:solidFill>
                <a:latin typeface="Arial"/>
                <a:ea typeface="Arial"/>
                <a:cs typeface="Arial"/>
              </a:defRPr>
            </a:lvl9pPr>
          </a:lstStyle>
          <a:p xmlns:a="http://schemas.openxmlformats.org/drawingml/2006/main">
            <a:pPr algn="l">
              <a:lnSpc>
                <a:spcPct val="108000"/>
              </a:lnSpc>
              <a:buNone/>
              <a:defRPr sz="975" b="1">
                <a:solidFill>
                  <a:srgbClr val="63E6BE"/>
                </a:solidFill>
                <a:latin typeface="Arial"/>
                <a:ea typeface="Arial"/>
                <a:cs typeface="Arial"/>
              </a:defRPr>
            </a:pPr>
            <a:r>
              <a:rPr sz="975" b="1">
                <a:solidFill>
                  <a:srgbClr val="63E6BE"/>
                </a:solidFill>
                <a:latin typeface="Arial"/>
                <a:ea typeface="Arial"/>
                <a:cs typeface="Arial"/>
              </a:rPr>
              <a:t>05</a:t>
            </a:r>
          </a:p>
        </p:txBody>
      </p:sp>
      <p:sp>
        <p:nvSpPr>
          <p:cNvPr id="28" name="">
            <a:extLst xmlns:a="http://schemas.openxmlformats.org/drawingml/2006/main">
              <a:ext uri="{FF2B5EF4-FFF2-40B4-BE49-F238E27FC236}">
                <a16:creationId xmlns:a16="http://schemas.microsoft.com/office/drawing/2014/main" id="{162D3891-7D5C-4861-8B14-896F08E02FAE}"/>
              </a:ext>
            </a:extLst>
          </p:cNvPr>
          <p:cNvSpPr>
            <a:spLocks xmlns:a="http://schemas.openxmlformats.org/drawingml/2006/main" noGrp="1"/>
          </p:cNvSpPr>
          <p:nvPr/>
        </p:nvSpPr>
        <p:spPr>
          <a:xfrm xmlns:a="http://schemas.openxmlformats.org/drawingml/2006/main">
            <a:off x="9277350" y="2466975"/>
            <a:ext cx="16097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A8B5C8"/>
                </a:solidFill>
                <a:latin typeface="Arial"/>
                <a:ea typeface="Arial"/>
                <a:cs typeface="Arial"/>
              </a:defRPr>
            </a:defPPr>
            <a:lvl1pPr algn="l">
              <a:buNone/>
              <a:defRPr sz="900" b="1">
                <a:solidFill>
                  <a:srgbClr val="A8B5C8"/>
                </a:solidFill>
                <a:latin typeface="Arial"/>
                <a:ea typeface="Arial"/>
                <a:cs typeface="Arial"/>
              </a:defRPr>
            </a:lvl1pPr>
            <a:lvl2pPr algn="l">
              <a:buNone/>
              <a:defRPr sz="900" b="1">
                <a:solidFill>
                  <a:srgbClr val="A8B5C8"/>
                </a:solidFill>
                <a:latin typeface="Arial"/>
                <a:ea typeface="Arial"/>
                <a:cs typeface="Arial"/>
              </a:defRPr>
            </a:lvl2pPr>
            <a:lvl3pPr algn="l">
              <a:buNone/>
              <a:defRPr sz="900" b="1">
                <a:solidFill>
                  <a:srgbClr val="A8B5C8"/>
                </a:solidFill>
                <a:latin typeface="Arial"/>
                <a:ea typeface="Arial"/>
                <a:cs typeface="Arial"/>
              </a:defRPr>
            </a:lvl3pPr>
            <a:lvl4pPr algn="l">
              <a:buNone/>
              <a:defRPr sz="900" b="1">
                <a:solidFill>
                  <a:srgbClr val="A8B5C8"/>
                </a:solidFill>
                <a:latin typeface="Arial"/>
                <a:ea typeface="Arial"/>
                <a:cs typeface="Arial"/>
              </a:defRPr>
            </a:lvl4pPr>
            <a:lvl5pPr algn="l">
              <a:buNone/>
              <a:defRPr sz="900" b="1">
                <a:solidFill>
                  <a:srgbClr val="A8B5C8"/>
                </a:solidFill>
                <a:latin typeface="Arial"/>
                <a:ea typeface="Arial"/>
                <a:cs typeface="Arial"/>
              </a:defRPr>
            </a:lvl5pPr>
            <a:lvl6pPr algn="l">
              <a:buNone/>
              <a:defRPr sz="900" b="1">
                <a:solidFill>
                  <a:srgbClr val="A8B5C8"/>
                </a:solidFill>
                <a:latin typeface="Arial"/>
                <a:ea typeface="Arial"/>
                <a:cs typeface="Arial"/>
              </a:defRPr>
            </a:lvl6pPr>
            <a:lvl7pPr algn="l">
              <a:buNone/>
              <a:defRPr sz="900" b="1">
                <a:solidFill>
                  <a:srgbClr val="A8B5C8"/>
                </a:solidFill>
                <a:latin typeface="Arial"/>
                <a:ea typeface="Arial"/>
                <a:cs typeface="Arial"/>
              </a:defRPr>
            </a:lvl7pPr>
            <a:lvl8pPr algn="l">
              <a:buNone/>
              <a:defRPr sz="900" b="1">
                <a:solidFill>
                  <a:srgbClr val="A8B5C8"/>
                </a:solidFill>
                <a:latin typeface="Arial"/>
                <a:ea typeface="Arial"/>
                <a:cs typeface="Arial"/>
              </a:defRPr>
            </a:lvl8pPr>
            <a:lvl9pPr algn="l">
              <a:buNone/>
              <a:defRPr sz="900" b="1">
                <a:solidFill>
                  <a:srgbClr val="A8B5C8"/>
                </a:solidFill>
                <a:latin typeface="Arial"/>
                <a:ea typeface="Arial"/>
                <a:cs typeface="Arial"/>
              </a:defRPr>
            </a:lvl9pPr>
          </a:lstStyle>
          <a:p xmlns:a="http://schemas.openxmlformats.org/drawingml/2006/main">
            <a:pPr algn="l">
              <a:lnSpc>
                <a:spcPct val="108000"/>
              </a:lnSpc>
              <a:buNone/>
              <a:defRPr sz="900" b="1">
                <a:solidFill>
                  <a:srgbClr val="A8B5C8"/>
                </a:solidFill>
                <a:latin typeface="Arial"/>
                <a:ea typeface="Arial"/>
                <a:cs typeface="Arial"/>
              </a:defRPr>
            </a:pPr>
            <a:r>
              <a:rPr sz="900" b="1">
                <a:solidFill>
                  <a:srgbClr val="A8B5C8"/>
                </a:solidFill>
                <a:latin typeface="Arial"/>
                <a:ea typeface="Arial"/>
                <a:cs typeface="Arial"/>
              </a:rPr>
              <a:t>NETWORK</a:t>
            </a:r>
          </a:p>
        </p:txBody>
      </p:sp>
      <p:sp>
        <p:nvSpPr>
          <p:cNvPr id="29" name="">
            <a:extLst xmlns:a="http://schemas.openxmlformats.org/drawingml/2006/main">
              <a:ext uri="{FF2B5EF4-FFF2-40B4-BE49-F238E27FC236}">
                <a16:creationId xmlns:a16="http://schemas.microsoft.com/office/drawing/2014/main" id="{AA1324B0-3EB5-4169-BF44-606D64D7C8EA}"/>
              </a:ext>
            </a:extLst>
          </p:cNvPr>
          <p:cNvSpPr>
            <a:spLocks xmlns:a="http://schemas.openxmlformats.org/drawingml/2006/main" noGrp="1"/>
          </p:cNvSpPr>
          <p:nvPr/>
        </p:nvSpPr>
        <p:spPr>
          <a:xfrm xmlns:a="http://schemas.openxmlformats.org/drawingml/2006/main">
            <a:off x="9277350" y="2752725"/>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Supplier returns</a:t>
            </a:r>
          </a:p>
        </p:txBody>
      </p:sp>
      <p:sp>
        <p:nvSpPr>
          <p:cNvPr id="30" name="">
            <a:extLst xmlns:a="http://schemas.openxmlformats.org/drawingml/2006/main">
              <a:ext uri="{FF2B5EF4-FFF2-40B4-BE49-F238E27FC236}">
                <a16:creationId xmlns:a16="http://schemas.microsoft.com/office/drawing/2014/main" id="{387048D8-5E65-4754-9BA6-43FA3B7C9B26}"/>
              </a:ext>
            </a:extLst>
          </p:cNvPr>
          <p:cNvSpPr>
            <a:spLocks xmlns:a="http://schemas.openxmlformats.org/drawingml/2006/main" noGrp="1"/>
          </p:cNvSpPr>
          <p:nvPr/>
        </p:nvSpPr>
        <p:spPr>
          <a:xfrm xmlns:a="http://schemas.openxmlformats.org/drawingml/2006/main">
            <a:off x="9277350" y="3209925"/>
            <a:ext cx="1609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Whether the chain agrees</a:t>
            </a:r>
          </a:p>
        </p:txBody>
      </p:sp>
      <p:sp>
        <p:nvSpPr>
          <p:cNvPr id="31" name="">
            <a:extLst xmlns:a="http://schemas.openxmlformats.org/drawingml/2006/main">
              <a:ext uri="{FF2B5EF4-FFF2-40B4-BE49-F238E27FC236}">
                <a16:creationId xmlns:a16="http://schemas.microsoft.com/office/drawing/2014/main" id="{A0D6A0DE-3C49-4C13-B2F9-B885FEBB5D03}"/>
              </a:ext>
            </a:extLst>
          </p:cNvPr>
          <p:cNvSpPr>
            <a:spLocks xmlns:a="http://schemas.openxmlformats.org/drawingml/2006/main" noGrp="1"/>
          </p:cNvSpPr>
          <p:nvPr/>
        </p:nvSpPr>
        <p:spPr>
          <a:xfrm xmlns:a="http://schemas.openxmlformats.org/drawingml/2006/main">
            <a:off x="5143500" y="4029075"/>
            <a:ext cx="1905000" cy="704850"/>
          </a:xfrm>
          <a:prstGeom xmlns:a="http://schemas.openxmlformats.org/drawingml/2006/main" prst="rightArrow">
            <a:avLst/>
          </a:prstGeom>
          <a:solidFill xmlns:a="http://schemas.openxmlformats.org/drawingml/2006/main">
            <a:srgbClr val="63E6B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E72BCCB-A9DD-40D8-82B0-A8F551A99104}"/>
              </a:ext>
            </a:extLst>
          </p:cNvPr>
          <p:cNvSpPr>
            <a:spLocks xmlns:a="http://schemas.openxmlformats.org/drawingml/2006/main" noGrp="1"/>
          </p:cNvSpPr>
          <p:nvPr/>
        </p:nvSpPr>
        <p:spPr>
          <a:xfrm xmlns:a="http://schemas.openxmlformats.org/drawingml/2006/main">
            <a:off x="7505700" y="3810000"/>
            <a:ext cx="4057650" cy="1200150"/>
          </a:xfrm>
          <a:prstGeom xmlns:a="http://schemas.openxmlformats.org/drawingml/2006/main" prst="roundRect">
            <a:avLst>
              <a:gd name="adj" fmla="val 14286"/>
            </a:avLst>
          </a:prstGeom>
          <a:solidFill xmlns:a="http://schemas.openxmlformats.org/drawingml/2006/main">
            <a:srgbClr val="1A2A4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9EF8141-5768-4821-B1F0-5EB590F58A9E}"/>
              </a:ext>
            </a:extLst>
          </p:cNvPr>
          <p:cNvSpPr>
            <a:spLocks xmlns:a="http://schemas.openxmlformats.org/drawingml/2006/main" noGrp="1"/>
          </p:cNvSpPr>
          <p:nvPr/>
        </p:nvSpPr>
        <p:spPr>
          <a:xfrm xmlns:a="http://schemas.openxmlformats.org/drawingml/2006/main">
            <a:off x="7791450" y="4010025"/>
            <a:ext cx="3486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EVIDENCE RECONCILIATION</a:t>
            </a:r>
          </a:p>
        </p:txBody>
      </p:sp>
      <p:sp>
        <p:nvSpPr>
          <p:cNvPr id="34" name="">
            <a:extLst xmlns:a="http://schemas.openxmlformats.org/drawingml/2006/main">
              <a:ext uri="{FF2B5EF4-FFF2-40B4-BE49-F238E27FC236}">
                <a16:creationId xmlns:a16="http://schemas.microsoft.com/office/drawing/2014/main" id="{C36CD15B-7A7A-49D8-A261-E23D2141BB0D}"/>
              </a:ext>
            </a:extLst>
          </p:cNvPr>
          <p:cNvSpPr>
            <a:spLocks xmlns:a="http://schemas.openxmlformats.org/drawingml/2006/main" noGrp="1"/>
          </p:cNvSpPr>
          <p:nvPr/>
        </p:nvSpPr>
        <p:spPr>
          <a:xfrm xmlns:a="http://schemas.openxmlformats.org/drawingml/2006/main">
            <a:off x="7791450" y="4371975"/>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One factory · one period · linked proof</a:t>
            </a:r>
          </a:p>
        </p:txBody>
      </p:sp>
      <p:sp>
        <p:nvSpPr>
          <p:cNvPr id="35" name="">
            <a:extLst xmlns:a="http://schemas.openxmlformats.org/drawingml/2006/main">
              <a:ext uri="{FF2B5EF4-FFF2-40B4-BE49-F238E27FC236}">
                <a16:creationId xmlns:a16="http://schemas.microsoft.com/office/drawing/2014/main" id="{0AD84BD0-8091-40BC-9E00-3F6F976FBEA1}"/>
              </a:ext>
            </a:extLst>
          </p:cNvPr>
          <p:cNvSpPr>
            <a:spLocks xmlns:a="http://schemas.openxmlformats.org/drawingml/2006/main" noGrp="1"/>
          </p:cNvSpPr>
          <p:nvPr/>
        </p:nvSpPr>
        <p:spPr>
          <a:xfrm xmlns:a="http://schemas.openxmlformats.org/drawingml/2006/main">
            <a:off x="609600" y="5314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5F7FA"/>
                </a:solidFill>
                <a:latin typeface="Arial"/>
                <a:ea typeface="Arial"/>
                <a:cs typeface="Arial"/>
              </a:defRPr>
            </a:defPPr>
            <a:lvl1pPr algn="l">
              <a:buNone/>
              <a:defRPr sz="1650" b="1">
                <a:solidFill>
                  <a:srgbClr val="F5F7FA"/>
                </a:solidFill>
                <a:latin typeface="Arial"/>
                <a:ea typeface="Arial"/>
                <a:cs typeface="Arial"/>
              </a:defRPr>
            </a:lvl1pPr>
            <a:lvl2pPr algn="l">
              <a:buNone/>
              <a:defRPr sz="1650" b="1">
                <a:solidFill>
                  <a:srgbClr val="F5F7FA"/>
                </a:solidFill>
                <a:latin typeface="Arial"/>
                <a:ea typeface="Arial"/>
                <a:cs typeface="Arial"/>
              </a:defRPr>
            </a:lvl2pPr>
            <a:lvl3pPr algn="l">
              <a:buNone/>
              <a:defRPr sz="1650" b="1">
                <a:solidFill>
                  <a:srgbClr val="F5F7FA"/>
                </a:solidFill>
                <a:latin typeface="Arial"/>
                <a:ea typeface="Arial"/>
                <a:cs typeface="Arial"/>
              </a:defRPr>
            </a:lvl3pPr>
            <a:lvl4pPr algn="l">
              <a:buNone/>
              <a:defRPr sz="1650" b="1">
                <a:solidFill>
                  <a:srgbClr val="F5F7FA"/>
                </a:solidFill>
                <a:latin typeface="Arial"/>
                <a:ea typeface="Arial"/>
                <a:cs typeface="Arial"/>
              </a:defRPr>
            </a:lvl4pPr>
            <a:lvl5pPr algn="l">
              <a:buNone/>
              <a:defRPr sz="1650" b="1">
                <a:solidFill>
                  <a:srgbClr val="F5F7FA"/>
                </a:solidFill>
                <a:latin typeface="Arial"/>
                <a:ea typeface="Arial"/>
                <a:cs typeface="Arial"/>
              </a:defRPr>
            </a:lvl5pPr>
            <a:lvl6pPr algn="l">
              <a:buNone/>
              <a:defRPr sz="1650" b="1">
                <a:solidFill>
                  <a:srgbClr val="F5F7FA"/>
                </a:solidFill>
                <a:latin typeface="Arial"/>
                <a:ea typeface="Arial"/>
                <a:cs typeface="Arial"/>
              </a:defRPr>
            </a:lvl6pPr>
            <a:lvl7pPr algn="l">
              <a:buNone/>
              <a:defRPr sz="1650" b="1">
                <a:solidFill>
                  <a:srgbClr val="F5F7FA"/>
                </a:solidFill>
                <a:latin typeface="Arial"/>
                <a:ea typeface="Arial"/>
                <a:cs typeface="Arial"/>
              </a:defRPr>
            </a:lvl7pPr>
            <a:lvl8pPr algn="l">
              <a:buNone/>
              <a:defRPr sz="1650" b="1">
                <a:solidFill>
                  <a:srgbClr val="F5F7FA"/>
                </a:solidFill>
                <a:latin typeface="Arial"/>
                <a:ea typeface="Arial"/>
                <a:cs typeface="Arial"/>
              </a:defRPr>
            </a:lvl8pPr>
            <a:lvl9pPr algn="l">
              <a:buNone/>
              <a:defRPr sz="1650" b="1">
                <a:solidFill>
                  <a:srgbClr val="F5F7FA"/>
                </a:solidFill>
                <a:latin typeface="Arial"/>
                <a:ea typeface="Arial"/>
                <a:cs typeface="Arial"/>
              </a:defRPr>
            </a:lvl9pPr>
          </a:lstStyle>
          <a:p xmlns:a="http://schemas.openxmlformats.org/drawingml/2006/main">
            <a:pPr algn="l">
              <a:lnSpc>
                <a:spcPct val="108000"/>
              </a:lnSpc>
              <a:buNone/>
              <a:defRPr sz="1650" b="1">
                <a:solidFill>
                  <a:srgbClr val="F5F7FA"/>
                </a:solidFill>
                <a:latin typeface="Arial"/>
                <a:ea typeface="Arial"/>
                <a:cs typeface="Arial"/>
              </a:defRPr>
            </a:pPr>
            <a:r>
              <a:rPr sz="1650" b="1">
                <a:solidFill>
                  <a:srgbClr val="F5F7FA"/>
                </a:solidFill>
                <a:latin typeface="Arial"/>
                <a:ea typeface="Arial"/>
                <a:cs typeface="Arial"/>
              </a:rPr>
              <a:t>Each gap carries its source rows into review.</a:t>
            </a:r>
          </a:p>
        </p:txBody>
      </p:sp>
      <p:sp>
        <p:nvSpPr>
          <p:cNvPr id="36" name="">
            <a:extLst xmlns:a="http://schemas.openxmlformats.org/drawingml/2006/main">
              <a:ext uri="{FF2B5EF4-FFF2-40B4-BE49-F238E27FC236}">
                <a16:creationId xmlns:a16="http://schemas.microsoft.com/office/drawing/2014/main" id="{9EEBF980-60B6-4A16-A62F-AE4931DF39DA}"/>
              </a:ext>
            </a:extLst>
          </p:cNvPr>
          <p:cNvSpPr>
            <a:spLocks xmlns:a="http://schemas.openxmlformats.org/drawingml/2006/main" noGrp="1"/>
          </p:cNvSpPr>
          <p:nvPr/>
        </p:nvSpPr>
        <p:spPr>
          <a:xfrm xmlns:a="http://schemas.openxmlformats.org/drawingml/2006/main">
            <a:off x="609600" y="57340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A8B5C8"/>
                </a:solidFill>
                <a:latin typeface="Arial"/>
                <a:ea typeface="Arial"/>
                <a:cs typeface="Arial"/>
              </a:defRPr>
            </a:defPPr>
            <a:lvl1pPr algn="l">
              <a:buNone/>
              <a:defRPr sz="1125" b="0">
                <a:solidFill>
                  <a:srgbClr val="A8B5C8"/>
                </a:solidFill>
                <a:latin typeface="Arial"/>
                <a:ea typeface="Arial"/>
                <a:cs typeface="Arial"/>
              </a:defRPr>
            </a:lvl1pPr>
            <a:lvl2pPr algn="l">
              <a:buNone/>
              <a:defRPr sz="1125" b="0">
                <a:solidFill>
                  <a:srgbClr val="A8B5C8"/>
                </a:solidFill>
                <a:latin typeface="Arial"/>
                <a:ea typeface="Arial"/>
                <a:cs typeface="Arial"/>
              </a:defRPr>
            </a:lvl2pPr>
            <a:lvl3pPr algn="l">
              <a:buNone/>
              <a:defRPr sz="1125" b="0">
                <a:solidFill>
                  <a:srgbClr val="A8B5C8"/>
                </a:solidFill>
                <a:latin typeface="Arial"/>
                <a:ea typeface="Arial"/>
                <a:cs typeface="Arial"/>
              </a:defRPr>
            </a:lvl3pPr>
            <a:lvl4pPr algn="l">
              <a:buNone/>
              <a:defRPr sz="1125" b="0">
                <a:solidFill>
                  <a:srgbClr val="A8B5C8"/>
                </a:solidFill>
                <a:latin typeface="Arial"/>
                <a:ea typeface="Arial"/>
                <a:cs typeface="Arial"/>
              </a:defRPr>
            </a:lvl4pPr>
            <a:lvl5pPr algn="l">
              <a:buNone/>
              <a:defRPr sz="1125" b="0">
                <a:solidFill>
                  <a:srgbClr val="A8B5C8"/>
                </a:solidFill>
                <a:latin typeface="Arial"/>
                <a:ea typeface="Arial"/>
                <a:cs typeface="Arial"/>
              </a:defRPr>
            </a:lvl5pPr>
            <a:lvl6pPr algn="l">
              <a:buNone/>
              <a:defRPr sz="1125" b="0">
                <a:solidFill>
                  <a:srgbClr val="A8B5C8"/>
                </a:solidFill>
                <a:latin typeface="Arial"/>
                <a:ea typeface="Arial"/>
                <a:cs typeface="Arial"/>
              </a:defRPr>
            </a:lvl6pPr>
            <a:lvl7pPr algn="l">
              <a:buNone/>
              <a:defRPr sz="1125" b="0">
                <a:solidFill>
                  <a:srgbClr val="A8B5C8"/>
                </a:solidFill>
                <a:latin typeface="Arial"/>
                <a:ea typeface="Arial"/>
                <a:cs typeface="Arial"/>
              </a:defRPr>
            </a:lvl7pPr>
            <a:lvl8pPr algn="l">
              <a:buNone/>
              <a:defRPr sz="1125" b="0">
                <a:solidFill>
                  <a:srgbClr val="A8B5C8"/>
                </a:solidFill>
                <a:latin typeface="Arial"/>
                <a:ea typeface="Arial"/>
                <a:cs typeface="Arial"/>
              </a:defRPr>
            </a:lvl8pPr>
            <a:lvl9pPr algn="l">
              <a:buNone/>
              <a:defRPr sz="1125" b="0">
                <a:solidFill>
                  <a:srgbClr val="A8B5C8"/>
                </a:solidFill>
                <a:latin typeface="Arial"/>
                <a:ea typeface="Arial"/>
                <a:cs typeface="Arial"/>
              </a:defRPr>
            </a:lvl9pPr>
          </a:lstStyle>
          <a:p xmlns:a="http://schemas.openxmlformats.org/drawingml/2006/main">
            <a:pPr algn="l">
              <a:lnSpc>
                <a:spcPct val="108000"/>
              </a:lnSpc>
              <a:buNone/>
              <a:defRPr sz="1125" b="0">
                <a:solidFill>
                  <a:srgbClr val="A8B5C8"/>
                </a:solidFill>
                <a:latin typeface="Arial"/>
                <a:ea typeface="Arial"/>
                <a:cs typeface="Arial"/>
              </a:defRPr>
            </a:pPr>
            <a:r>
              <a:rPr sz="1125" b="0">
                <a:solidFill>
                  <a:srgbClr val="A8B5C8"/>
                </a:solidFill>
                <a:latin typeface="Arial"/>
                <a:ea typeface="Arial"/>
                <a:cs typeface="Arial"/>
              </a:rPr>
              <a:t>A contradiction becomes explainable when independent trails are compared.</a:t>
            </a:r>
          </a:p>
        </p:txBody>
      </p:sp>
    </p:spTree>
    <p:extLst>
      <p:ext uri="{BB962C8B-B14F-4D97-AF65-F5344CB8AC3E}">
        <p14:creationId xmlns:p14="http://schemas.microsoft.com/office/powerpoint/2010/main" val="1551998970"/>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5790D3A-539E-494A-A797-7C36BA3BD2FC}"/>
              </a:ext>
            </a:extLst>
          </p:cNvPr>
          <p:cNvSpPr>
            <a:spLocks xmlns:a="http://schemas.openxmlformats.org/drawingml/2006/main" noGrp="1"/>
          </p:cNvSpPr>
          <p:nvPr/>
        </p:nvSpPr>
        <p:spPr>
          <a:xfrm xmlns:a="http://schemas.openxmlformats.org/drawingml/2006/main">
            <a:off x="609600" y="3429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THE METHOD</a:t>
            </a:r>
          </a:p>
        </p:txBody>
      </p:sp>
      <p:sp>
        <p:nvSpPr>
          <p:cNvPr id="2" name="">
            <a:extLst xmlns:a="http://schemas.openxmlformats.org/drawingml/2006/main">
              <a:ext uri="{FF2B5EF4-FFF2-40B4-BE49-F238E27FC236}">
                <a16:creationId xmlns:a16="http://schemas.microsoft.com/office/drawing/2014/main" id="{668B783C-3976-438F-B0CE-4AAFB6C5F3F3}"/>
              </a:ext>
            </a:extLst>
          </p:cNvPr>
          <p:cNvSpPr>
            <a:spLocks xmlns:a="http://schemas.openxmlformats.org/drawingml/2006/main" noGrp="1"/>
          </p:cNvSpPr>
          <p:nvPr/>
        </p:nvSpPr>
        <p:spPr>
          <a:xfrm xmlns:a="http://schemas.openxmlformats.org/drawingml/2006/main">
            <a:off x="609600" y="7048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7FA"/>
                </a:solidFill>
                <a:latin typeface="Arial"/>
                <a:ea typeface="Arial"/>
                <a:cs typeface="Arial"/>
              </a:defRPr>
            </a:defPPr>
            <a:lvl1pPr algn="l">
              <a:buNone/>
              <a:defRPr sz="2850" b="1">
                <a:solidFill>
                  <a:srgbClr val="F5F7FA"/>
                </a:solidFill>
                <a:latin typeface="Arial"/>
                <a:ea typeface="Arial"/>
                <a:cs typeface="Arial"/>
              </a:defRPr>
            </a:lvl1pPr>
            <a:lvl2pPr algn="l">
              <a:buNone/>
              <a:defRPr sz="2850" b="1">
                <a:solidFill>
                  <a:srgbClr val="F5F7FA"/>
                </a:solidFill>
                <a:latin typeface="Arial"/>
                <a:ea typeface="Arial"/>
                <a:cs typeface="Arial"/>
              </a:defRPr>
            </a:lvl2pPr>
            <a:lvl3pPr algn="l">
              <a:buNone/>
              <a:defRPr sz="2850" b="1">
                <a:solidFill>
                  <a:srgbClr val="F5F7FA"/>
                </a:solidFill>
                <a:latin typeface="Arial"/>
                <a:ea typeface="Arial"/>
                <a:cs typeface="Arial"/>
              </a:defRPr>
            </a:lvl3pPr>
            <a:lvl4pPr algn="l">
              <a:buNone/>
              <a:defRPr sz="2850" b="1">
                <a:solidFill>
                  <a:srgbClr val="F5F7FA"/>
                </a:solidFill>
                <a:latin typeface="Arial"/>
                <a:ea typeface="Arial"/>
                <a:cs typeface="Arial"/>
              </a:defRPr>
            </a:lvl4pPr>
            <a:lvl5pPr algn="l">
              <a:buNone/>
              <a:defRPr sz="2850" b="1">
                <a:solidFill>
                  <a:srgbClr val="F5F7FA"/>
                </a:solidFill>
                <a:latin typeface="Arial"/>
                <a:ea typeface="Arial"/>
                <a:cs typeface="Arial"/>
              </a:defRPr>
            </a:lvl5pPr>
            <a:lvl6pPr algn="l">
              <a:buNone/>
              <a:defRPr sz="2850" b="1">
                <a:solidFill>
                  <a:srgbClr val="F5F7FA"/>
                </a:solidFill>
                <a:latin typeface="Arial"/>
                <a:ea typeface="Arial"/>
                <a:cs typeface="Arial"/>
              </a:defRPr>
            </a:lvl6pPr>
            <a:lvl7pPr algn="l">
              <a:buNone/>
              <a:defRPr sz="2850" b="1">
                <a:solidFill>
                  <a:srgbClr val="F5F7FA"/>
                </a:solidFill>
                <a:latin typeface="Arial"/>
                <a:ea typeface="Arial"/>
                <a:cs typeface="Arial"/>
              </a:defRPr>
            </a:lvl7pPr>
            <a:lvl8pPr algn="l">
              <a:buNone/>
              <a:defRPr sz="2850" b="1">
                <a:solidFill>
                  <a:srgbClr val="F5F7FA"/>
                </a:solidFill>
                <a:latin typeface="Arial"/>
                <a:ea typeface="Arial"/>
                <a:cs typeface="Arial"/>
              </a:defRPr>
            </a:lvl8pPr>
            <a:lvl9pPr algn="l">
              <a:buNone/>
              <a:defRPr sz="2850" b="1">
                <a:solidFill>
                  <a:srgbClr val="F5F7FA"/>
                </a:solidFill>
                <a:latin typeface="Arial"/>
                <a:ea typeface="Arial"/>
                <a:cs typeface="Arial"/>
              </a:defRPr>
            </a:lvl9pPr>
          </a:lstStyle>
          <a:p xmlns:a="http://schemas.openxmlformats.org/drawingml/2006/main">
            <a:pPr algn="l">
              <a:lnSpc>
                <a:spcPct val="108000"/>
              </a:lnSpc>
              <a:buNone/>
              <a:defRPr sz="2850" b="1">
                <a:solidFill>
                  <a:srgbClr val="F5F7FA"/>
                </a:solidFill>
                <a:latin typeface="Arial"/>
                <a:ea typeface="Arial"/>
                <a:cs typeface="Arial"/>
              </a:defRPr>
            </a:pPr>
            <a:r>
              <a:rPr sz="2850" b="1">
                <a:solidFill>
                  <a:srgbClr val="F5F7FA"/>
                </a:solidFill>
                <a:latin typeface="Arial"/>
                <a:ea typeface="Arial"/>
                <a:cs typeface="Arial"/>
              </a:rPr>
              <a:t>Four checks; one explainable review queue.</a:t>
            </a:r>
          </a:p>
        </p:txBody>
      </p:sp>
      <p:sp>
        <p:nvSpPr>
          <p:cNvPr id="3" name="">
            <a:extLst xmlns:a="http://schemas.openxmlformats.org/drawingml/2006/main">
              <a:ext uri="{FF2B5EF4-FFF2-40B4-BE49-F238E27FC236}">
                <a16:creationId xmlns:a16="http://schemas.microsoft.com/office/drawing/2014/main" id="{17698B0F-BC6F-45A3-86BB-AF9F89D9FA6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2B3D5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2E03AF-8127-4275-B369-EC52FE6342DD}"/>
              </a:ext>
            </a:extLst>
          </p:cNvPr>
          <p:cNvSpPr>
            <a:spLocks xmlns:a="http://schemas.openxmlformats.org/drawingml/2006/main" noGrp="1"/>
          </p:cNvSpPr>
          <p:nvPr/>
        </p:nvSpPr>
        <p:spPr>
          <a:xfrm xmlns:a="http://schemas.openxmlformats.org/drawingml/2006/main">
            <a:off x="609600" y="64198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A8B5C8"/>
                </a:solidFill>
                <a:latin typeface="Arial"/>
                <a:ea typeface="Arial"/>
                <a:cs typeface="Arial"/>
              </a:defRPr>
            </a:defPPr>
            <a:lvl1pPr algn="l">
              <a:buNone/>
              <a:defRPr sz="825" b="1">
                <a:solidFill>
                  <a:srgbClr val="A8B5C8"/>
                </a:solidFill>
                <a:latin typeface="Arial"/>
                <a:ea typeface="Arial"/>
                <a:cs typeface="Arial"/>
              </a:defRPr>
            </a:lvl1pPr>
            <a:lvl2pPr algn="l">
              <a:buNone/>
              <a:defRPr sz="825" b="1">
                <a:solidFill>
                  <a:srgbClr val="A8B5C8"/>
                </a:solidFill>
                <a:latin typeface="Arial"/>
                <a:ea typeface="Arial"/>
                <a:cs typeface="Arial"/>
              </a:defRPr>
            </a:lvl2pPr>
            <a:lvl3pPr algn="l">
              <a:buNone/>
              <a:defRPr sz="825" b="1">
                <a:solidFill>
                  <a:srgbClr val="A8B5C8"/>
                </a:solidFill>
                <a:latin typeface="Arial"/>
                <a:ea typeface="Arial"/>
                <a:cs typeface="Arial"/>
              </a:defRPr>
            </a:lvl3pPr>
            <a:lvl4pPr algn="l">
              <a:buNone/>
              <a:defRPr sz="825" b="1">
                <a:solidFill>
                  <a:srgbClr val="A8B5C8"/>
                </a:solidFill>
                <a:latin typeface="Arial"/>
                <a:ea typeface="Arial"/>
                <a:cs typeface="Arial"/>
              </a:defRPr>
            </a:lvl4pPr>
            <a:lvl5pPr algn="l">
              <a:buNone/>
              <a:defRPr sz="825" b="1">
                <a:solidFill>
                  <a:srgbClr val="A8B5C8"/>
                </a:solidFill>
                <a:latin typeface="Arial"/>
                <a:ea typeface="Arial"/>
                <a:cs typeface="Arial"/>
              </a:defRPr>
            </a:lvl5pPr>
            <a:lvl6pPr algn="l">
              <a:buNone/>
              <a:defRPr sz="825" b="1">
                <a:solidFill>
                  <a:srgbClr val="A8B5C8"/>
                </a:solidFill>
                <a:latin typeface="Arial"/>
                <a:ea typeface="Arial"/>
                <a:cs typeface="Arial"/>
              </a:defRPr>
            </a:lvl6pPr>
            <a:lvl7pPr algn="l">
              <a:buNone/>
              <a:defRPr sz="825" b="1">
                <a:solidFill>
                  <a:srgbClr val="A8B5C8"/>
                </a:solidFill>
                <a:latin typeface="Arial"/>
                <a:ea typeface="Arial"/>
                <a:cs typeface="Arial"/>
              </a:defRPr>
            </a:lvl7pPr>
            <a:lvl8pPr algn="l">
              <a:buNone/>
              <a:defRPr sz="825" b="1">
                <a:solidFill>
                  <a:srgbClr val="A8B5C8"/>
                </a:solidFill>
                <a:latin typeface="Arial"/>
                <a:ea typeface="Arial"/>
                <a:cs typeface="Arial"/>
              </a:defRPr>
            </a:lvl8pPr>
            <a:lvl9pPr algn="l">
              <a:buNone/>
              <a:defRPr sz="825" b="1">
                <a:solidFill>
                  <a:srgbClr val="A8B5C8"/>
                </a:solidFill>
                <a:latin typeface="Arial"/>
                <a:ea typeface="Arial"/>
                <a:cs typeface="Arial"/>
              </a:defRPr>
            </a:lvl9pPr>
          </a:lstStyle>
          <a:p xmlns:a="http://schemas.openxmlformats.org/drawingml/2006/main">
            <a:pPr algn="l">
              <a:lnSpc>
                <a:spcPct val="108000"/>
              </a:lnSpc>
              <a:buNone/>
              <a:defRPr sz="825" b="1">
                <a:solidFill>
                  <a:srgbClr val="A8B5C8"/>
                </a:solidFill>
                <a:latin typeface="Arial"/>
                <a:ea typeface="Arial"/>
                <a:cs typeface="Arial"/>
              </a:defRPr>
            </a:pPr>
            <a:r>
              <a:rPr sz="825" b="1">
                <a:solidFill>
                  <a:srgbClr val="A8B5C8"/>
                </a:solidFill>
                <a:latin typeface="Arial"/>
                <a:ea typeface="Arial"/>
                <a:cs typeface="Arial"/>
              </a:rPr>
              <a:t>EXATHON INDIA 2026  /  GST EVIDENCE RECONCILIATION</a:t>
            </a:r>
          </a:p>
        </p:txBody>
      </p:sp>
      <p:sp>
        <p:nvSpPr>
          <p:cNvPr id="5" name="">
            <a:extLst xmlns:a="http://schemas.openxmlformats.org/drawingml/2006/main">
              <a:ext uri="{FF2B5EF4-FFF2-40B4-BE49-F238E27FC236}">
                <a16:creationId xmlns:a16="http://schemas.microsoft.com/office/drawing/2014/main" id="{00750A85-6DAF-4206-A820-2DA8F11EBA28}"/>
              </a:ext>
            </a:extLst>
          </p:cNvPr>
          <p:cNvSpPr>
            <a:spLocks xmlns:a="http://schemas.openxmlformats.org/drawingml/2006/main" noGrp="1"/>
          </p:cNvSpPr>
          <p:nvPr/>
        </p:nvSpPr>
        <p:spPr>
          <a:xfrm xmlns:a="http://schemas.openxmlformats.org/drawingml/2006/main">
            <a:off x="1104900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A8B5C8"/>
                </a:solidFill>
                <a:latin typeface="Arial"/>
                <a:ea typeface="Arial"/>
                <a:cs typeface="Arial"/>
              </a:defRPr>
            </a:defPPr>
            <a:lvl1pPr algn="r">
              <a:buNone/>
              <a:defRPr sz="825" b="1">
                <a:solidFill>
                  <a:srgbClr val="A8B5C8"/>
                </a:solidFill>
                <a:latin typeface="Arial"/>
                <a:ea typeface="Arial"/>
                <a:cs typeface="Arial"/>
              </a:defRPr>
            </a:lvl1pPr>
            <a:lvl2pPr algn="r">
              <a:buNone/>
              <a:defRPr sz="825" b="1">
                <a:solidFill>
                  <a:srgbClr val="A8B5C8"/>
                </a:solidFill>
                <a:latin typeface="Arial"/>
                <a:ea typeface="Arial"/>
                <a:cs typeface="Arial"/>
              </a:defRPr>
            </a:lvl2pPr>
            <a:lvl3pPr algn="r">
              <a:buNone/>
              <a:defRPr sz="825" b="1">
                <a:solidFill>
                  <a:srgbClr val="A8B5C8"/>
                </a:solidFill>
                <a:latin typeface="Arial"/>
                <a:ea typeface="Arial"/>
                <a:cs typeface="Arial"/>
              </a:defRPr>
            </a:lvl3pPr>
            <a:lvl4pPr algn="r">
              <a:buNone/>
              <a:defRPr sz="825" b="1">
                <a:solidFill>
                  <a:srgbClr val="A8B5C8"/>
                </a:solidFill>
                <a:latin typeface="Arial"/>
                <a:ea typeface="Arial"/>
                <a:cs typeface="Arial"/>
              </a:defRPr>
            </a:lvl4pPr>
            <a:lvl5pPr algn="r">
              <a:buNone/>
              <a:defRPr sz="825" b="1">
                <a:solidFill>
                  <a:srgbClr val="A8B5C8"/>
                </a:solidFill>
                <a:latin typeface="Arial"/>
                <a:ea typeface="Arial"/>
                <a:cs typeface="Arial"/>
              </a:defRPr>
            </a:lvl5pPr>
            <a:lvl6pPr algn="r">
              <a:buNone/>
              <a:defRPr sz="825" b="1">
                <a:solidFill>
                  <a:srgbClr val="A8B5C8"/>
                </a:solidFill>
                <a:latin typeface="Arial"/>
                <a:ea typeface="Arial"/>
                <a:cs typeface="Arial"/>
              </a:defRPr>
            </a:lvl6pPr>
            <a:lvl7pPr algn="r">
              <a:buNone/>
              <a:defRPr sz="825" b="1">
                <a:solidFill>
                  <a:srgbClr val="A8B5C8"/>
                </a:solidFill>
                <a:latin typeface="Arial"/>
                <a:ea typeface="Arial"/>
                <a:cs typeface="Arial"/>
              </a:defRPr>
            </a:lvl7pPr>
            <a:lvl8pPr algn="r">
              <a:buNone/>
              <a:defRPr sz="825" b="1">
                <a:solidFill>
                  <a:srgbClr val="A8B5C8"/>
                </a:solidFill>
                <a:latin typeface="Arial"/>
                <a:ea typeface="Arial"/>
                <a:cs typeface="Arial"/>
              </a:defRPr>
            </a:lvl8pPr>
            <a:lvl9pPr algn="r">
              <a:buNone/>
              <a:defRPr sz="825" b="1">
                <a:solidFill>
                  <a:srgbClr val="A8B5C8"/>
                </a:solidFill>
                <a:latin typeface="Arial"/>
                <a:ea typeface="Arial"/>
                <a:cs typeface="Arial"/>
              </a:defRPr>
            </a:lvl9pPr>
          </a:lstStyle>
          <a:p xmlns:a="http://schemas.openxmlformats.org/drawingml/2006/main">
            <a:pPr algn="r">
              <a:lnSpc>
                <a:spcPct val="108000"/>
              </a:lnSpc>
              <a:buNone/>
              <a:defRPr sz="825" b="1">
                <a:solidFill>
                  <a:srgbClr val="A8B5C8"/>
                </a:solidFill>
                <a:latin typeface="Arial"/>
                <a:ea typeface="Arial"/>
                <a:cs typeface="Arial"/>
              </a:defRPr>
            </a:pPr>
            <a:r>
              <a:rPr sz="825" b="1">
                <a:solidFill>
                  <a:srgbClr val="A8B5C8"/>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E8B67D01-BAEE-4372-A82E-CB88EE124291}"/>
              </a:ext>
            </a:extLst>
          </p:cNvPr>
          <p:cNvSpPr>
            <a:spLocks xmlns:a="http://schemas.openxmlformats.org/drawingml/2006/main" noGrp="1"/>
          </p:cNvSpPr>
          <p:nvPr/>
        </p:nvSpPr>
        <p:spPr>
          <a:xfrm xmlns:a="http://schemas.openxmlformats.org/drawingml/2006/main">
            <a:off x="609600" y="1752600"/>
            <a:ext cx="5257800" cy="1381125"/>
          </a:xfrm>
          <a:prstGeom xmlns:a="http://schemas.openxmlformats.org/drawingml/2006/main" prst="roundRect">
            <a:avLst>
              <a:gd name="adj" fmla="val 11034"/>
            </a:avLst>
          </a:prstGeom>
          <a:solidFill xmlns:a="http://schemas.openxmlformats.org/drawingml/2006/main">
            <a:srgbClr val="14223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D2DA98-5847-4589-9CBF-83DAD7626A81}"/>
              </a:ext>
            </a:extLst>
          </p:cNvPr>
          <p:cNvSpPr>
            <a:spLocks xmlns:a="http://schemas.openxmlformats.org/drawingml/2006/main" noGrp="1"/>
          </p:cNvSpPr>
          <p:nvPr/>
        </p:nvSpPr>
        <p:spPr>
          <a:xfrm xmlns:a="http://schemas.openxmlformats.org/drawingml/2006/main">
            <a:off x="800100" y="19431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AFAF0DE-8465-494E-BBFA-469AB01F9881}"/>
              </a:ext>
            </a:extLst>
          </p:cNvPr>
          <p:cNvSpPr>
            <a:spLocks xmlns:a="http://schemas.openxmlformats.org/drawingml/2006/main" noGrp="1"/>
          </p:cNvSpPr>
          <p:nvPr/>
        </p:nvSpPr>
        <p:spPr>
          <a:xfrm xmlns:a="http://schemas.openxmlformats.org/drawingml/2006/main">
            <a:off x="1333500" y="1924050"/>
            <a:ext cx="430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Material in → declared output</a:t>
            </a:r>
          </a:p>
        </p:txBody>
      </p:sp>
      <p:sp>
        <p:nvSpPr>
          <p:cNvPr id="9" name="">
            <a:extLst xmlns:a="http://schemas.openxmlformats.org/drawingml/2006/main">
              <a:ext uri="{FF2B5EF4-FFF2-40B4-BE49-F238E27FC236}">
                <a16:creationId xmlns:a16="http://schemas.microsoft.com/office/drawing/2014/main" id="{D20D5810-613E-45FF-8822-E262AEB376A7}"/>
              </a:ext>
            </a:extLst>
          </p:cNvPr>
          <p:cNvSpPr>
            <a:spLocks xmlns:a="http://schemas.openxmlformats.org/drawingml/2006/main" noGrp="1"/>
          </p:cNvSpPr>
          <p:nvPr/>
        </p:nvSpPr>
        <p:spPr>
          <a:xfrm xmlns:a="http://schemas.openxmlformats.org/drawingml/2006/main">
            <a:off x="1333500" y="2324100"/>
            <a:ext cx="4210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A8B5C8"/>
                </a:solidFill>
                <a:latin typeface="Arial"/>
                <a:ea typeface="Arial"/>
                <a:cs typeface="Arial"/>
              </a:defRPr>
            </a:defPPr>
            <a:lvl1pPr algn="l">
              <a:buNone/>
              <a:defRPr sz="1050" b="0">
                <a:solidFill>
                  <a:srgbClr val="A8B5C8"/>
                </a:solidFill>
                <a:latin typeface="Arial"/>
                <a:ea typeface="Arial"/>
                <a:cs typeface="Arial"/>
              </a:defRPr>
            </a:lvl1pPr>
            <a:lvl2pPr algn="l">
              <a:buNone/>
              <a:defRPr sz="1050" b="0">
                <a:solidFill>
                  <a:srgbClr val="A8B5C8"/>
                </a:solidFill>
                <a:latin typeface="Arial"/>
                <a:ea typeface="Arial"/>
                <a:cs typeface="Arial"/>
              </a:defRPr>
            </a:lvl2pPr>
            <a:lvl3pPr algn="l">
              <a:buNone/>
              <a:defRPr sz="1050" b="0">
                <a:solidFill>
                  <a:srgbClr val="A8B5C8"/>
                </a:solidFill>
                <a:latin typeface="Arial"/>
                <a:ea typeface="Arial"/>
                <a:cs typeface="Arial"/>
              </a:defRPr>
            </a:lvl3pPr>
            <a:lvl4pPr algn="l">
              <a:buNone/>
              <a:defRPr sz="1050" b="0">
                <a:solidFill>
                  <a:srgbClr val="A8B5C8"/>
                </a:solidFill>
                <a:latin typeface="Arial"/>
                <a:ea typeface="Arial"/>
                <a:cs typeface="Arial"/>
              </a:defRPr>
            </a:lvl4pPr>
            <a:lvl5pPr algn="l">
              <a:buNone/>
              <a:defRPr sz="1050" b="0">
                <a:solidFill>
                  <a:srgbClr val="A8B5C8"/>
                </a:solidFill>
                <a:latin typeface="Arial"/>
                <a:ea typeface="Arial"/>
                <a:cs typeface="Arial"/>
              </a:defRPr>
            </a:lvl5pPr>
            <a:lvl6pPr algn="l">
              <a:buNone/>
              <a:defRPr sz="1050" b="0">
                <a:solidFill>
                  <a:srgbClr val="A8B5C8"/>
                </a:solidFill>
                <a:latin typeface="Arial"/>
                <a:ea typeface="Arial"/>
                <a:cs typeface="Arial"/>
              </a:defRPr>
            </a:lvl6pPr>
            <a:lvl7pPr algn="l">
              <a:buNone/>
              <a:defRPr sz="1050" b="0">
                <a:solidFill>
                  <a:srgbClr val="A8B5C8"/>
                </a:solidFill>
                <a:latin typeface="Arial"/>
                <a:ea typeface="Arial"/>
                <a:cs typeface="Arial"/>
              </a:defRPr>
            </a:lvl7pPr>
            <a:lvl8pPr algn="l">
              <a:buNone/>
              <a:defRPr sz="1050" b="0">
                <a:solidFill>
                  <a:srgbClr val="A8B5C8"/>
                </a:solidFill>
                <a:latin typeface="Arial"/>
                <a:ea typeface="Arial"/>
                <a:cs typeface="Arial"/>
              </a:defRPr>
            </a:lvl8pPr>
            <a:lvl9pPr algn="l">
              <a:buNone/>
              <a:defRPr sz="1050" b="0">
                <a:solidFill>
                  <a:srgbClr val="A8B5C8"/>
                </a:solidFill>
                <a:latin typeface="Arial"/>
                <a:ea typeface="Arial"/>
                <a:cs typeface="Arial"/>
              </a:defRPr>
            </a:lvl9pPr>
          </a:lstStyle>
          <a:p xmlns:a="http://schemas.openxmlformats.org/drawingml/2006/main">
            <a:pPr algn="l">
              <a:lnSpc>
                <a:spcPct val="108000"/>
              </a:lnSpc>
              <a:buNone/>
              <a:defRPr sz="1050" b="0">
                <a:solidFill>
                  <a:srgbClr val="A8B5C8"/>
                </a:solidFill>
                <a:latin typeface="Arial"/>
                <a:ea typeface="Arial"/>
                <a:cs typeface="Arial"/>
              </a:defRPr>
            </a:pPr>
            <a:r>
              <a:rPr sz="1050" b="0">
                <a:solidFill>
                  <a:srgbClr val="A8B5C8"/>
                </a:solidFill>
                <a:latin typeface="Arial"/>
                <a:ea typeface="Arial"/>
                <a:cs typeface="Arial"/>
              </a:rPr>
              <a:t>Purchased inputs vs output; power is corroborating evidence.</a:t>
            </a:r>
          </a:p>
        </p:txBody>
      </p:sp>
      <p:sp>
        <p:nvSpPr>
          <p:cNvPr id="10" name="">
            <a:extLst xmlns:a="http://schemas.openxmlformats.org/drawingml/2006/main">
              <a:ext uri="{FF2B5EF4-FFF2-40B4-BE49-F238E27FC236}">
                <a16:creationId xmlns:a16="http://schemas.microsoft.com/office/drawing/2014/main" id="{BBE273B1-0E02-4203-B89A-53DF5DAE3DCC}"/>
              </a:ext>
            </a:extLst>
          </p:cNvPr>
          <p:cNvSpPr>
            <a:spLocks xmlns:a="http://schemas.openxmlformats.org/drawingml/2006/main" noGrp="1"/>
          </p:cNvSpPr>
          <p:nvPr/>
        </p:nvSpPr>
        <p:spPr>
          <a:xfrm xmlns:a="http://schemas.openxmlformats.org/drawingml/2006/main">
            <a:off x="6191250" y="1752600"/>
            <a:ext cx="5257800" cy="1381125"/>
          </a:xfrm>
          <a:prstGeom xmlns:a="http://schemas.openxmlformats.org/drawingml/2006/main" prst="roundRect">
            <a:avLst>
              <a:gd name="adj" fmla="val 11034"/>
            </a:avLst>
          </a:prstGeom>
          <a:solidFill xmlns:a="http://schemas.openxmlformats.org/drawingml/2006/main">
            <a:srgbClr val="1422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BC3F8AB-230B-4C8D-93AC-BBE6A58F7D01}"/>
              </a:ext>
            </a:extLst>
          </p:cNvPr>
          <p:cNvSpPr>
            <a:spLocks xmlns:a="http://schemas.openxmlformats.org/drawingml/2006/main" noGrp="1"/>
          </p:cNvSpPr>
          <p:nvPr/>
        </p:nvSpPr>
        <p:spPr>
          <a:xfrm xmlns:a="http://schemas.openxmlformats.org/drawingml/2006/main">
            <a:off x="6381750" y="19431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A7736BB1-AC3E-4147-B9D4-6273F632A74D}"/>
              </a:ext>
            </a:extLst>
          </p:cNvPr>
          <p:cNvSpPr>
            <a:spLocks xmlns:a="http://schemas.openxmlformats.org/drawingml/2006/main" noGrp="1"/>
          </p:cNvSpPr>
          <p:nvPr/>
        </p:nvSpPr>
        <p:spPr>
          <a:xfrm xmlns:a="http://schemas.openxmlformats.org/drawingml/2006/main">
            <a:off x="6915150" y="1924050"/>
            <a:ext cx="430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Dispatch → invoice</a:t>
            </a:r>
          </a:p>
        </p:txBody>
      </p:sp>
      <p:sp>
        <p:nvSpPr>
          <p:cNvPr id="13" name="">
            <a:extLst xmlns:a="http://schemas.openxmlformats.org/drawingml/2006/main">
              <a:ext uri="{FF2B5EF4-FFF2-40B4-BE49-F238E27FC236}">
                <a16:creationId xmlns:a16="http://schemas.microsoft.com/office/drawing/2014/main" id="{A950F1B2-5D9B-473E-9204-52A846EB5C6C}"/>
              </a:ext>
            </a:extLst>
          </p:cNvPr>
          <p:cNvSpPr>
            <a:spLocks xmlns:a="http://schemas.openxmlformats.org/drawingml/2006/main" noGrp="1"/>
          </p:cNvSpPr>
          <p:nvPr/>
        </p:nvSpPr>
        <p:spPr>
          <a:xfrm xmlns:a="http://schemas.openxmlformats.org/drawingml/2006/main">
            <a:off x="6915150" y="2324100"/>
            <a:ext cx="4210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A8B5C8"/>
                </a:solidFill>
                <a:latin typeface="Arial"/>
                <a:ea typeface="Arial"/>
                <a:cs typeface="Arial"/>
              </a:defRPr>
            </a:defPPr>
            <a:lvl1pPr algn="l">
              <a:buNone/>
              <a:defRPr sz="1050" b="0">
                <a:solidFill>
                  <a:srgbClr val="A8B5C8"/>
                </a:solidFill>
                <a:latin typeface="Arial"/>
                <a:ea typeface="Arial"/>
                <a:cs typeface="Arial"/>
              </a:defRPr>
            </a:lvl1pPr>
            <a:lvl2pPr algn="l">
              <a:buNone/>
              <a:defRPr sz="1050" b="0">
                <a:solidFill>
                  <a:srgbClr val="A8B5C8"/>
                </a:solidFill>
                <a:latin typeface="Arial"/>
                <a:ea typeface="Arial"/>
                <a:cs typeface="Arial"/>
              </a:defRPr>
            </a:lvl2pPr>
            <a:lvl3pPr algn="l">
              <a:buNone/>
              <a:defRPr sz="1050" b="0">
                <a:solidFill>
                  <a:srgbClr val="A8B5C8"/>
                </a:solidFill>
                <a:latin typeface="Arial"/>
                <a:ea typeface="Arial"/>
                <a:cs typeface="Arial"/>
              </a:defRPr>
            </a:lvl3pPr>
            <a:lvl4pPr algn="l">
              <a:buNone/>
              <a:defRPr sz="1050" b="0">
                <a:solidFill>
                  <a:srgbClr val="A8B5C8"/>
                </a:solidFill>
                <a:latin typeface="Arial"/>
                <a:ea typeface="Arial"/>
                <a:cs typeface="Arial"/>
              </a:defRPr>
            </a:lvl4pPr>
            <a:lvl5pPr algn="l">
              <a:buNone/>
              <a:defRPr sz="1050" b="0">
                <a:solidFill>
                  <a:srgbClr val="A8B5C8"/>
                </a:solidFill>
                <a:latin typeface="Arial"/>
                <a:ea typeface="Arial"/>
                <a:cs typeface="Arial"/>
              </a:defRPr>
            </a:lvl5pPr>
            <a:lvl6pPr algn="l">
              <a:buNone/>
              <a:defRPr sz="1050" b="0">
                <a:solidFill>
                  <a:srgbClr val="A8B5C8"/>
                </a:solidFill>
                <a:latin typeface="Arial"/>
                <a:ea typeface="Arial"/>
                <a:cs typeface="Arial"/>
              </a:defRPr>
            </a:lvl6pPr>
            <a:lvl7pPr algn="l">
              <a:buNone/>
              <a:defRPr sz="1050" b="0">
                <a:solidFill>
                  <a:srgbClr val="A8B5C8"/>
                </a:solidFill>
                <a:latin typeface="Arial"/>
                <a:ea typeface="Arial"/>
                <a:cs typeface="Arial"/>
              </a:defRPr>
            </a:lvl7pPr>
            <a:lvl8pPr algn="l">
              <a:buNone/>
              <a:defRPr sz="1050" b="0">
                <a:solidFill>
                  <a:srgbClr val="A8B5C8"/>
                </a:solidFill>
                <a:latin typeface="Arial"/>
                <a:ea typeface="Arial"/>
                <a:cs typeface="Arial"/>
              </a:defRPr>
            </a:lvl8pPr>
            <a:lvl9pPr algn="l">
              <a:buNone/>
              <a:defRPr sz="1050" b="0">
                <a:solidFill>
                  <a:srgbClr val="A8B5C8"/>
                </a:solidFill>
                <a:latin typeface="Arial"/>
                <a:ea typeface="Arial"/>
                <a:cs typeface="Arial"/>
              </a:defRPr>
            </a:lvl9pPr>
          </a:lstStyle>
          <a:p xmlns:a="http://schemas.openxmlformats.org/drawingml/2006/main">
            <a:pPr algn="l">
              <a:lnSpc>
                <a:spcPct val="108000"/>
              </a:lnSpc>
              <a:buNone/>
              <a:defRPr sz="1050" b="0">
                <a:solidFill>
                  <a:srgbClr val="A8B5C8"/>
                </a:solidFill>
                <a:latin typeface="Arial"/>
                <a:ea typeface="Arial"/>
                <a:cs typeface="Arial"/>
              </a:defRPr>
            </a:pPr>
            <a:r>
              <a:rPr sz="1050" b="0">
                <a:solidFill>
                  <a:srgbClr val="A8B5C8"/>
                </a:solidFill>
                <a:latin typeface="Arial"/>
                <a:ea typeface="Arial"/>
                <a:cs typeface="Arial"/>
              </a:rPr>
              <a:t>E-way bill quantity vs invoiced quantity; bank inflow is supporting evidence.</a:t>
            </a:r>
          </a:p>
        </p:txBody>
      </p:sp>
      <p:sp>
        <p:nvSpPr>
          <p:cNvPr id="14" name="">
            <a:extLst xmlns:a="http://schemas.openxmlformats.org/drawingml/2006/main">
              <a:ext uri="{FF2B5EF4-FFF2-40B4-BE49-F238E27FC236}">
                <a16:creationId xmlns:a16="http://schemas.microsoft.com/office/drawing/2014/main" id="{76909499-0429-4DD5-B2BC-62228C07BD7E}"/>
              </a:ext>
            </a:extLst>
          </p:cNvPr>
          <p:cNvSpPr>
            <a:spLocks xmlns:a="http://schemas.openxmlformats.org/drawingml/2006/main" noGrp="1"/>
          </p:cNvSpPr>
          <p:nvPr/>
        </p:nvSpPr>
        <p:spPr>
          <a:xfrm xmlns:a="http://schemas.openxmlformats.org/drawingml/2006/main">
            <a:off x="609600" y="3390900"/>
            <a:ext cx="5257800" cy="1381125"/>
          </a:xfrm>
          <a:prstGeom xmlns:a="http://schemas.openxmlformats.org/drawingml/2006/main" prst="roundRect">
            <a:avLst>
              <a:gd name="adj" fmla="val 11034"/>
            </a:avLst>
          </a:prstGeom>
          <a:solidFill xmlns:a="http://schemas.openxmlformats.org/drawingml/2006/main">
            <a:srgbClr val="1422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76DAD00-E8B5-4998-A4D8-A7F77BCD3D1C}"/>
              </a:ext>
            </a:extLst>
          </p:cNvPr>
          <p:cNvSpPr>
            <a:spLocks xmlns:a="http://schemas.openxmlformats.org/drawingml/2006/main" noGrp="1"/>
          </p:cNvSpPr>
          <p:nvPr/>
        </p:nvSpPr>
        <p:spPr>
          <a:xfrm xmlns:a="http://schemas.openxmlformats.org/drawingml/2006/main">
            <a:off x="800100" y="35814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A07237C2-4F90-49D9-BF55-8510FE331D3D}"/>
              </a:ext>
            </a:extLst>
          </p:cNvPr>
          <p:cNvSpPr>
            <a:spLocks xmlns:a="http://schemas.openxmlformats.org/drawingml/2006/main" noGrp="1"/>
          </p:cNvSpPr>
          <p:nvPr/>
        </p:nvSpPr>
        <p:spPr>
          <a:xfrm xmlns:a="http://schemas.openxmlformats.org/drawingml/2006/main">
            <a:off x="1333500" y="3562350"/>
            <a:ext cx="430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Stock roll-forward</a:t>
            </a:r>
          </a:p>
        </p:txBody>
      </p:sp>
      <p:sp>
        <p:nvSpPr>
          <p:cNvPr id="17" name="">
            <a:extLst xmlns:a="http://schemas.openxmlformats.org/drawingml/2006/main">
              <a:ext uri="{FF2B5EF4-FFF2-40B4-BE49-F238E27FC236}">
                <a16:creationId xmlns:a16="http://schemas.microsoft.com/office/drawing/2014/main" id="{14A6CA2F-7FE5-46FB-8946-9DF935372B4F}"/>
              </a:ext>
            </a:extLst>
          </p:cNvPr>
          <p:cNvSpPr>
            <a:spLocks xmlns:a="http://schemas.openxmlformats.org/drawingml/2006/main" noGrp="1"/>
          </p:cNvSpPr>
          <p:nvPr/>
        </p:nvSpPr>
        <p:spPr>
          <a:xfrm xmlns:a="http://schemas.openxmlformats.org/drawingml/2006/main">
            <a:off x="1333500" y="3962400"/>
            <a:ext cx="4210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A8B5C8"/>
                </a:solidFill>
                <a:latin typeface="Arial"/>
                <a:ea typeface="Arial"/>
                <a:cs typeface="Arial"/>
              </a:defRPr>
            </a:defPPr>
            <a:lvl1pPr algn="l">
              <a:buNone/>
              <a:defRPr sz="1050" b="0">
                <a:solidFill>
                  <a:srgbClr val="A8B5C8"/>
                </a:solidFill>
                <a:latin typeface="Arial"/>
                <a:ea typeface="Arial"/>
                <a:cs typeface="Arial"/>
              </a:defRPr>
            </a:lvl1pPr>
            <a:lvl2pPr algn="l">
              <a:buNone/>
              <a:defRPr sz="1050" b="0">
                <a:solidFill>
                  <a:srgbClr val="A8B5C8"/>
                </a:solidFill>
                <a:latin typeface="Arial"/>
                <a:ea typeface="Arial"/>
                <a:cs typeface="Arial"/>
              </a:defRPr>
            </a:lvl2pPr>
            <a:lvl3pPr algn="l">
              <a:buNone/>
              <a:defRPr sz="1050" b="0">
                <a:solidFill>
                  <a:srgbClr val="A8B5C8"/>
                </a:solidFill>
                <a:latin typeface="Arial"/>
                <a:ea typeface="Arial"/>
                <a:cs typeface="Arial"/>
              </a:defRPr>
            </a:lvl3pPr>
            <a:lvl4pPr algn="l">
              <a:buNone/>
              <a:defRPr sz="1050" b="0">
                <a:solidFill>
                  <a:srgbClr val="A8B5C8"/>
                </a:solidFill>
                <a:latin typeface="Arial"/>
                <a:ea typeface="Arial"/>
                <a:cs typeface="Arial"/>
              </a:defRPr>
            </a:lvl4pPr>
            <a:lvl5pPr algn="l">
              <a:buNone/>
              <a:defRPr sz="1050" b="0">
                <a:solidFill>
                  <a:srgbClr val="A8B5C8"/>
                </a:solidFill>
                <a:latin typeface="Arial"/>
                <a:ea typeface="Arial"/>
                <a:cs typeface="Arial"/>
              </a:defRPr>
            </a:lvl5pPr>
            <a:lvl6pPr algn="l">
              <a:buNone/>
              <a:defRPr sz="1050" b="0">
                <a:solidFill>
                  <a:srgbClr val="A8B5C8"/>
                </a:solidFill>
                <a:latin typeface="Arial"/>
                <a:ea typeface="Arial"/>
                <a:cs typeface="Arial"/>
              </a:defRPr>
            </a:lvl6pPr>
            <a:lvl7pPr algn="l">
              <a:buNone/>
              <a:defRPr sz="1050" b="0">
                <a:solidFill>
                  <a:srgbClr val="A8B5C8"/>
                </a:solidFill>
                <a:latin typeface="Arial"/>
                <a:ea typeface="Arial"/>
                <a:cs typeface="Arial"/>
              </a:defRPr>
            </a:lvl7pPr>
            <a:lvl8pPr algn="l">
              <a:buNone/>
              <a:defRPr sz="1050" b="0">
                <a:solidFill>
                  <a:srgbClr val="A8B5C8"/>
                </a:solidFill>
                <a:latin typeface="Arial"/>
                <a:ea typeface="Arial"/>
                <a:cs typeface="Arial"/>
              </a:defRPr>
            </a:lvl8pPr>
            <a:lvl9pPr algn="l">
              <a:buNone/>
              <a:defRPr sz="1050" b="0">
                <a:solidFill>
                  <a:srgbClr val="A8B5C8"/>
                </a:solidFill>
                <a:latin typeface="Arial"/>
                <a:ea typeface="Arial"/>
                <a:cs typeface="Arial"/>
              </a:defRPr>
            </a:lvl9pPr>
          </a:lstStyle>
          <a:p xmlns:a="http://schemas.openxmlformats.org/drawingml/2006/main">
            <a:pPr algn="l">
              <a:lnSpc>
                <a:spcPct val="108000"/>
              </a:lnSpc>
              <a:buNone/>
              <a:defRPr sz="1050" b="0">
                <a:solidFill>
                  <a:srgbClr val="A8B5C8"/>
                </a:solidFill>
                <a:latin typeface="Arial"/>
                <a:ea typeface="Arial"/>
                <a:cs typeface="Arial"/>
              </a:defRPr>
            </a:pPr>
            <a:r>
              <a:rPr sz="1050" b="0">
                <a:solidFill>
                  <a:srgbClr val="A8B5C8"/>
                </a:solidFill>
                <a:latin typeface="Arial"/>
                <a:ea typeface="Arial"/>
                <a:cs typeface="Arial"/>
              </a:rPr>
              <a:t>Opening + purchases + production − dispatch = closing.</a:t>
            </a:r>
          </a:p>
        </p:txBody>
      </p:sp>
      <p:sp>
        <p:nvSpPr>
          <p:cNvPr id="18" name="">
            <a:extLst xmlns:a="http://schemas.openxmlformats.org/drawingml/2006/main">
              <a:ext uri="{FF2B5EF4-FFF2-40B4-BE49-F238E27FC236}">
                <a16:creationId xmlns:a16="http://schemas.microsoft.com/office/drawing/2014/main" id="{1988011D-5B0C-48B5-8289-498C11B5377C}"/>
              </a:ext>
            </a:extLst>
          </p:cNvPr>
          <p:cNvSpPr>
            <a:spLocks xmlns:a="http://schemas.openxmlformats.org/drawingml/2006/main" noGrp="1"/>
          </p:cNvSpPr>
          <p:nvPr/>
        </p:nvSpPr>
        <p:spPr>
          <a:xfrm xmlns:a="http://schemas.openxmlformats.org/drawingml/2006/main">
            <a:off x="6191250" y="3390900"/>
            <a:ext cx="5257800" cy="1381125"/>
          </a:xfrm>
          <a:prstGeom xmlns:a="http://schemas.openxmlformats.org/drawingml/2006/main" prst="roundRect">
            <a:avLst>
              <a:gd name="adj" fmla="val 11034"/>
            </a:avLst>
          </a:prstGeom>
          <a:solidFill xmlns:a="http://schemas.openxmlformats.org/drawingml/2006/main">
            <a:srgbClr val="1422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0BFCCD0-CCA3-4096-ABF3-DE4D87D88E81}"/>
              </a:ext>
            </a:extLst>
          </p:cNvPr>
          <p:cNvSpPr>
            <a:spLocks xmlns:a="http://schemas.openxmlformats.org/drawingml/2006/main" noGrp="1"/>
          </p:cNvSpPr>
          <p:nvPr/>
        </p:nvSpPr>
        <p:spPr>
          <a:xfrm xmlns:a="http://schemas.openxmlformats.org/drawingml/2006/main">
            <a:off x="6381750" y="35814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BE2150B8-FAC2-44A1-AAB2-E7F09AB28BAA}"/>
              </a:ext>
            </a:extLst>
          </p:cNvPr>
          <p:cNvSpPr>
            <a:spLocks xmlns:a="http://schemas.openxmlformats.org/drawingml/2006/main" noGrp="1"/>
          </p:cNvSpPr>
          <p:nvPr/>
        </p:nvSpPr>
        <p:spPr>
          <a:xfrm xmlns:a="http://schemas.openxmlformats.org/drawingml/2006/main">
            <a:off x="6915150" y="3562350"/>
            <a:ext cx="430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Supplier-chain trace</a:t>
            </a:r>
          </a:p>
        </p:txBody>
      </p:sp>
      <p:sp>
        <p:nvSpPr>
          <p:cNvPr id="21" name="">
            <a:extLst xmlns:a="http://schemas.openxmlformats.org/drawingml/2006/main">
              <a:ext uri="{FF2B5EF4-FFF2-40B4-BE49-F238E27FC236}">
                <a16:creationId xmlns:a16="http://schemas.microsoft.com/office/drawing/2014/main" id="{886861B7-FFB9-4DEC-AAE8-90D45DD7A6C0}"/>
              </a:ext>
            </a:extLst>
          </p:cNvPr>
          <p:cNvSpPr>
            <a:spLocks xmlns:a="http://schemas.openxmlformats.org/drawingml/2006/main" noGrp="1"/>
          </p:cNvSpPr>
          <p:nvPr/>
        </p:nvSpPr>
        <p:spPr>
          <a:xfrm xmlns:a="http://schemas.openxmlformats.org/drawingml/2006/main">
            <a:off x="6915150" y="3962400"/>
            <a:ext cx="4210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A8B5C8"/>
                </a:solidFill>
                <a:latin typeface="Arial"/>
                <a:ea typeface="Arial"/>
                <a:cs typeface="Arial"/>
              </a:defRPr>
            </a:defPPr>
            <a:lvl1pPr algn="l">
              <a:buNone/>
              <a:defRPr sz="1050" b="0">
                <a:solidFill>
                  <a:srgbClr val="A8B5C8"/>
                </a:solidFill>
                <a:latin typeface="Arial"/>
                <a:ea typeface="Arial"/>
                <a:cs typeface="Arial"/>
              </a:defRPr>
            </a:lvl1pPr>
            <a:lvl2pPr algn="l">
              <a:buNone/>
              <a:defRPr sz="1050" b="0">
                <a:solidFill>
                  <a:srgbClr val="A8B5C8"/>
                </a:solidFill>
                <a:latin typeface="Arial"/>
                <a:ea typeface="Arial"/>
                <a:cs typeface="Arial"/>
              </a:defRPr>
            </a:lvl2pPr>
            <a:lvl3pPr algn="l">
              <a:buNone/>
              <a:defRPr sz="1050" b="0">
                <a:solidFill>
                  <a:srgbClr val="A8B5C8"/>
                </a:solidFill>
                <a:latin typeface="Arial"/>
                <a:ea typeface="Arial"/>
                <a:cs typeface="Arial"/>
              </a:defRPr>
            </a:lvl3pPr>
            <a:lvl4pPr algn="l">
              <a:buNone/>
              <a:defRPr sz="1050" b="0">
                <a:solidFill>
                  <a:srgbClr val="A8B5C8"/>
                </a:solidFill>
                <a:latin typeface="Arial"/>
                <a:ea typeface="Arial"/>
                <a:cs typeface="Arial"/>
              </a:defRPr>
            </a:lvl4pPr>
            <a:lvl5pPr algn="l">
              <a:buNone/>
              <a:defRPr sz="1050" b="0">
                <a:solidFill>
                  <a:srgbClr val="A8B5C8"/>
                </a:solidFill>
                <a:latin typeface="Arial"/>
                <a:ea typeface="Arial"/>
                <a:cs typeface="Arial"/>
              </a:defRPr>
            </a:lvl5pPr>
            <a:lvl6pPr algn="l">
              <a:buNone/>
              <a:defRPr sz="1050" b="0">
                <a:solidFill>
                  <a:srgbClr val="A8B5C8"/>
                </a:solidFill>
                <a:latin typeface="Arial"/>
                <a:ea typeface="Arial"/>
                <a:cs typeface="Arial"/>
              </a:defRPr>
            </a:lvl6pPr>
            <a:lvl7pPr algn="l">
              <a:buNone/>
              <a:defRPr sz="1050" b="0">
                <a:solidFill>
                  <a:srgbClr val="A8B5C8"/>
                </a:solidFill>
                <a:latin typeface="Arial"/>
                <a:ea typeface="Arial"/>
                <a:cs typeface="Arial"/>
              </a:defRPr>
            </a:lvl7pPr>
            <a:lvl8pPr algn="l">
              <a:buNone/>
              <a:defRPr sz="1050" b="0">
                <a:solidFill>
                  <a:srgbClr val="A8B5C8"/>
                </a:solidFill>
                <a:latin typeface="Arial"/>
                <a:ea typeface="Arial"/>
                <a:cs typeface="Arial"/>
              </a:defRPr>
            </a:lvl8pPr>
            <a:lvl9pPr algn="l">
              <a:buNone/>
              <a:defRPr sz="1050" b="0">
                <a:solidFill>
                  <a:srgbClr val="A8B5C8"/>
                </a:solidFill>
                <a:latin typeface="Arial"/>
                <a:ea typeface="Arial"/>
                <a:cs typeface="Arial"/>
              </a:defRPr>
            </a:lvl9pPr>
          </a:lstStyle>
          <a:p xmlns:a="http://schemas.openxmlformats.org/drawingml/2006/main">
            <a:pPr algn="l">
              <a:lnSpc>
                <a:spcPct val="108000"/>
              </a:lnSpc>
              <a:buNone/>
              <a:defRPr sz="1050" b="0">
                <a:solidFill>
                  <a:srgbClr val="A8B5C8"/>
                </a:solidFill>
                <a:latin typeface="Arial"/>
                <a:ea typeface="Arial"/>
                <a:cs typeface="Arial"/>
              </a:defRPr>
            </a:pPr>
            <a:r>
              <a:rPr sz="1050" b="0">
                <a:solidFill>
                  <a:srgbClr val="A8B5C8"/>
                </a:solidFill>
                <a:latin typeface="Arial"/>
                <a:ea typeface="Arial"/>
                <a:cs typeface="Arial"/>
              </a:rPr>
              <a:t>Related-party links, invoice loops and supplier return mismatches.</a:t>
            </a:r>
          </a:p>
        </p:txBody>
      </p:sp>
      <p:sp>
        <p:nvSpPr>
          <p:cNvPr id="22" name="">
            <a:extLst xmlns:a="http://schemas.openxmlformats.org/drawingml/2006/main">
              <a:ext uri="{FF2B5EF4-FFF2-40B4-BE49-F238E27FC236}">
                <a16:creationId xmlns:a16="http://schemas.microsoft.com/office/drawing/2014/main" id="{A3DD1E2F-38C4-4AB5-A075-05F4B31D5BDF}"/>
              </a:ext>
            </a:extLst>
          </p:cNvPr>
          <p:cNvSpPr>
            <a:spLocks xmlns:a="http://schemas.openxmlformats.org/drawingml/2006/main" noGrp="1"/>
          </p:cNvSpPr>
          <p:nvPr/>
        </p:nvSpPr>
        <p:spPr>
          <a:xfrm xmlns:a="http://schemas.openxmlformats.org/drawingml/2006/main">
            <a:off x="609600" y="5095875"/>
            <a:ext cx="6838950" cy="838200"/>
          </a:xfrm>
          <a:prstGeom xmlns:a="http://schemas.openxmlformats.org/drawingml/2006/main" prst="roundRect">
            <a:avLst>
              <a:gd name="adj" fmla="val 18182"/>
            </a:avLst>
          </a:prstGeom>
          <a:solidFill xmlns:a="http://schemas.openxmlformats.org/drawingml/2006/main">
            <a:srgbClr val="1A2A4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82F21D9-684B-4A6E-80DC-5AADAA8A6694}"/>
              </a:ext>
            </a:extLst>
          </p:cNvPr>
          <p:cNvSpPr>
            <a:spLocks xmlns:a="http://schemas.openxmlformats.org/drawingml/2006/main" noGrp="1"/>
          </p:cNvSpPr>
          <p:nvPr/>
        </p:nvSpPr>
        <p:spPr>
          <a:xfrm xmlns:a="http://schemas.openxmlformats.org/drawingml/2006/main">
            <a:off x="819150" y="5238750"/>
            <a:ext cx="638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2C879"/>
                </a:solidFill>
                <a:latin typeface="Arial"/>
                <a:ea typeface="Arial"/>
                <a:cs typeface="Arial"/>
              </a:defRPr>
            </a:defPPr>
            <a:lvl1pPr algn="l">
              <a:buNone/>
              <a:defRPr sz="1125" b="1">
                <a:solidFill>
                  <a:srgbClr val="F2C879"/>
                </a:solidFill>
                <a:latin typeface="Arial"/>
                <a:ea typeface="Arial"/>
                <a:cs typeface="Arial"/>
              </a:defRPr>
            </a:lvl1pPr>
            <a:lvl2pPr algn="l">
              <a:buNone/>
              <a:defRPr sz="1125" b="1">
                <a:solidFill>
                  <a:srgbClr val="F2C879"/>
                </a:solidFill>
                <a:latin typeface="Arial"/>
                <a:ea typeface="Arial"/>
                <a:cs typeface="Arial"/>
              </a:defRPr>
            </a:lvl2pPr>
            <a:lvl3pPr algn="l">
              <a:buNone/>
              <a:defRPr sz="1125" b="1">
                <a:solidFill>
                  <a:srgbClr val="F2C879"/>
                </a:solidFill>
                <a:latin typeface="Arial"/>
                <a:ea typeface="Arial"/>
                <a:cs typeface="Arial"/>
              </a:defRPr>
            </a:lvl3pPr>
            <a:lvl4pPr algn="l">
              <a:buNone/>
              <a:defRPr sz="1125" b="1">
                <a:solidFill>
                  <a:srgbClr val="F2C879"/>
                </a:solidFill>
                <a:latin typeface="Arial"/>
                <a:ea typeface="Arial"/>
                <a:cs typeface="Arial"/>
              </a:defRPr>
            </a:lvl4pPr>
            <a:lvl5pPr algn="l">
              <a:buNone/>
              <a:defRPr sz="1125" b="1">
                <a:solidFill>
                  <a:srgbClr val="F2C879"/>
                </a:solidFill>
                <a:latin typeface="Arial"/>
                <a:ea typeface="Arial"/>
                <a:cs typeface="Arial"/>
              </a:defRPr>
            </a:lvl5pPr>
            <a:lvl6pPr algn="l">
              <a:buNone/>
              <a:defRPr sz="1125" b="1">
                <a:solidFill>
                  <a:srgbClr val="F2C879"/>
                </a:solidFill>
                <a:latin typeface="Arial"/>
                <a:ea typeface="Arial"/>
                <a:cs typeface="Arial"/>
              </a:defRPr>
            </a:lvl6pPr>
            <a:lvl7pPr algn="l">
              <a:buNone/>
              <a:defRPr sz="1125" b="1">
                <a:solidFill>
                  <a:srgbClr val="F2C879"/>
                </a:solidFill>
                <a:latin typeface="Arial"/>
                <a:ea typeface="Arial"/>
                <a:cs typeface="Arial"/>
              </a:defRPr>
            </a:lvl7pPr>
            <a:lvl8pPr algn="l">
              <a:buNone/>
              <a:defRPr sz="1125" b="1">
                <a:solidFill>
                  <a:srgbClr val="F2C879"/>
                </a:solidFill>
                <a:latin typeface="Arial"/>
                <a:ea typeface="Arial"/>
                <a:cs typeface="Arial"/>
              </a:defRPr>
            </a:lvl8pPr>
            <a:lvl9pPr algn="l">
              <a:buNone/>
              <a:defRPr sz="1125" b="1">
                <a:solidFill>
                  <a:srgbClr val="F2C879"/>
                </a:solidFill>
                <a:latin typeface="Arial"/>
                <a:ea typeface="Arial"/>
                <a:cs typeface="Arial"/>
              </a:defRPr>
            </a:lvl9pPr>
          </a:lstStyle>
          <a:p xmlns:a="http://schemas.openxmlformats.org/drawingml/2006/main">
            <a:pPr algn="l">
              <a:lnSpc>
                <a:spcPct val="108000"/>
              </a:lnSpc>
              <a:buNone/>
              <a:defRPr sz="1125" b="1">
                <a:solidFill>
                  <a:srgbClr val="F2C879"/>
                </a:solidFill>
                <a:latin typeface="Arial"/>
                <a:ea typeface="Arial"/>
                <a:cs typeface="Arial"/>
              </a:defRPr>
            </a:pPr>
            <a:r>
              <a:rPr sz="1125" b="1">
                <a:solidFill>
                  <a:srgbClr val="F2C879"/>
                </a:solidFill>
                <a:latin typeface="Arial"/>
                <a:ea typeface="Arial"/>
                <a:cs typeface="Arial"/>
              </a:rPr>
              <a:t>PRIORITISE ONLY WITH 2+ CHECK FAMILIES</a:t>
            </a:r>
          </a:p>
        </p:txBody>
      </p:sp>
      <p:sp>
        <p:nvSpPr>
          <p:cNvPr id="24" name="">
            <a:extLst xmlns:a="http://schemas.openxmlformats.org/drawingml/2006/main">
              <a:ext uri="{FF2B5EF4-FFF2-40B4-BE49-F238E27FC236}">
                <a16:creationId xmlns:a16="http://schemas.microsoft.com/office/drawing/2014/main" id="{EFC97D9E-C79D-431F-BEFC-BD54897B6791}"/>
              </a:ext>
            </a:extLst>
          </p:cNvPr>
          <p:cNvSpPr>
            <a:spLocks xmlns:a="http://schemas.openxmlformats.org/drawingml/2006/main" noGrp="1"/>
          </p:cNvSpPr>
          <p:nvPr/>
        </p:nvSpPr>
        <p:spPr>
          <a:xfrm xmlns:a="http://schemas.openxmlformats.org/drawingml/2006/main">
            <a:off x="819150" y="5543550"/>
            <a:ext cx="638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F5F7FA"/>
                </a:solidFill>
                <a:latin typeface="Arial"/>
                <a:ea typeface="Arial"/>
                <a:cs typeface="Arial"/>
              </a:defRPr>
            </a:defPPr>
            <a:lvl1pPr algn="l">
              <a:buNone/>
              <a:defRPr sz="1125" b="0">
                <a:solidFill>
                  <a:srgbClr val="F5F7FA"/>
                </a:solidFill>
                <a:latin typeface="Arial"/>
                <a:ea typeface="Arial"/>
                <a:cs typeface="Arial"/>
              </a:defRPr>
            </a:lvl1pPr>
            <a:lvl2pPr algn="l">
              <a:buNone/>
              <a:defRPr sz="1125" b="0">
                <a:solidFill>
                  <a:srgbClr val="F5F7FA"/>
                </a:solidFill>
                <a:latin typeface="Arial"/>
                <a:ea typeface="Arial"/>
                <a:cs typeface="Arial"/>
              </a:defRPr>
            </a:lvl2pPr>
            <a:lvl3pPr algn="l">
              <a:buNone/>
              <a:defRPr sz="1125" b="0">
                <a:solidFill>
                  <a:srgbClr val="F5F7FA"/>
                </a:solidFill>
                <a:latin typeface="Arial"/>
                <a:ea typeface="Arial"/>
                <a:cs typeface="Arial"/>
              </a:defRPr>
            </a:lvl3pPr>
            <a:lvl4pPr algn="l">
              <a:buNone/>
              <a:defRPr sz="1125" b="0">
                <a:solidFill>
                  <a:srgbClr val="F5F7FA"/>
                </a:solidFill>
                <a:latin typeface="Arial"/>
                <a:ea typeface="Arial"/>
                <a:cs typeface="Arial"/>
              </a:defRPr>
            </a:lvl4pPr>
            <a:lvl5pPr algn="l">
              <a:buNone/>
              <a:defRPr sz="1125" b="0">
                <a:solidFill>
                  <a:srgbClr val="F5F7FA"/>
                </a:solidFill>
                <a:latin typeface="Arial"/>
                <a:ea typeface="Arial"/>
                <a:cs typeface="Arial"/>
              </a:defRPr>
            </a:lvl5pPr>
            <a:lvl6pPr algn="l">
              <a:buNone/>
              <a:defRPr sz="1125" b="0">
                <a:solidFill>
                  <a:srgbClr val="F5F7FA"/>
                </a:solidFill>
                <a:latin typeface="Arial"/>
                <a:ea typeface="Arial"/>
                <a:cs typeface="Arial"/>
              </a:defRPr>
            </a:lvl6pPr>
            <a:lvl7pPr algn="l">
              <a:buNone/>
              <a:defRPr sz="1125" b="0">
                <a:solidFill>
                  <a:srgbClr val="F5F7FA"/>
                </a:solidFill>
                <a:latin typeface="Arial"/>
                <a:ea typeface="Arial"/>
                <a:cs typeface="Arial"/>
              </a:defRPr>
            </a:lvl7pPr>
            <a:lvl8pPr algn="l">
              <a:buNone/>
              <a:defRPr sz="1125" b="0">
                <a:solidFill>
                  <a:srgbClr val="F5F7FA"/>
                </a:solidFill>
                <a:latin typeface="Arial"/>
                <a:ea typeface="Arial"/>
                <a:cs typeface="Arial"/>
              </a:defRPr>
            </a:lvl8pPr>
            <a:lvl9pPr algn="l">
              <a:buNone/>
              <a:defRPr sz="1125" b="0">
                <a:solidFill>
                  <a:srgbClr val="F5F7FA"/>
                </a:solidFill>
                <a:latin typeface="Arial"/>
                <a:ea typeface="Arial"/>
                <a:cs typeface="Arial"/>
              </a:defRPr>
            </a:lvl9pPr>
          </a:lstStyle>
          <a:p xmlns:a="http://schemas.openxmlformats.org/drawingml/2006/main">
            <a:pPr algn="l">
              <a:lnSpc>
                <a:spcPct val="108000"/>
              </a:lnSpc>
              <a:buNone/>
              <a:defRPr sz="1125" b="0">
                <a:solidFill>
                  <a:srgbClr val="F5F7FA"/>
                </a:solidFill>
                <a:latin typeface="Arial"/>
                <a:ea typeface="Arial"/>
                <a:cs typeface="Arial"/>
              </a:defRPr>
            </a:pPr>
            <a:r>
              <a:rPr sz="1125" b="0">
                <a:solidFill>
                  <a:srgbClr val="F5F7FA"/>
                </a:solidFill>
                <a:latin typeface="Arial"/>
                <a:ea typeface="Arial"/>
                <a:cs typeface="Arial"/>
              </a:rPr>
              <a:t>One signal → human review   ·   no signal → clear</a:t>
            </a:r>
          </a:p>
        </p:txBody>
      </p:sp>
      <p:sp>
        <p:nvSpPr>
          <p:cNvPr id="25" name="">
            <a:extLst xmlns:a="http://schemas.openxmlformats.org/drawingml/2006/main">
              <a:ext uri="{FF2B5EF4-FFF2-40B4-BE49-F238E27FC236}">
                <a16:creationId xmlns:a16="http://schemas.microsoft.com/office/drawing/2014/main" id="{8FB7139C-8C01-4F2A-B681-4CBCBEEDB99C}"/>
              </a:ext>
            </a:extLst>
          </p:cNvPr>
          <p:cNvSpPr>
            <a:spLocks xmlns:a="http://schemas.openxmlformats.org/drawingml/2006/main" noGrp="1"/>
          </p:cNvSpPr>
          <p:nvPr/>
        </p:nvSpPr>
        <p:spPr>
          <a:xfrm xmlns:a="http://schemas.openxmlformats.org/drawingml/2006/main">
            <a:off x="7724775" y="5257800"/>
            <a:ext cx="666750" cy="419100"/>
          </a:xfrm>
          <a:prstGeom xmlns:a="http://schemas.openxmlformats.org/drawingml/2006/main" prst="rightArrow">
            <a:avLst/>
          </a:prstGeom>
          <a:solidFill xmlns:a="http://schemas.openxmlformats.org/drawingml/2006/main">
            <a:srgbClr val="63E6B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0CD63E3-D278-4CFD-8F0C-D674629D9BFE}"/>
              </a:ext>
            </a:extLst>
          </p:cNvPr>
          <p:cNvSpPr>
            <a:spLocks xmlns:a="http://schemas.openxmlformats.org/drawingml/2006/main" noGrp="1"/>
          </p:cNvSpPr>
          <p:nvPr/>
        </p:nvSpPr>
        <p:spPr>
          <a:xfrm xmlns:a="http://schemas.openxmlformats.org/drawingml/2006/main">
            <a:off x="8620125" y="5095875"/>
            <a:ext cx="2943225" cy="838200"/>
          </a:xfrm>
          <a:prstGeom xmlns:a="http://schemas.openxmlformats.org/drawingml/2006/main" prst="roundRect">
            <a:avLst>
              <a:gd name="adj" fmla="val 18182"/>
            </a:avLst>
          </a:prstGeom>
          <a:solidFill xmlns:a="http://schemas.openxmlformats.org/drawingml/2006/main">
            <a:srgbClr val="14223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4F083B9-9FAA-4C21-913E-975A264DD65A}"/>
              </a:ext>
            </a:extLst>
          </p:cNvPr>
          <p:cNvSpPr>
            <a:spLocks xmlns:a="http://schemas.openxmlformats.org/drawingml/2006/main" noGrp="1"/>
          </p:cNvSpPr>
          <p:nvPr/>
        </p:nvSpPr>
        <p:spPr>
          <a:xfrm xmlns:a="http://schemas.openxmlformats.org/drawingml/2006/main">
            <a:off x="8839200" y="52292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LLM CASE NOTE</a:t>
            </a:r>
          </a:p>
        </p:txBody>
      </p:sp>
      <p:sp>
        <p:nvSpPr>
          <p:cNvPr id="28" name="">
            <a:extLst xmlns:a="http://schemas.openxmlformats.org/drawingml/2006/main">
              <a:ext uri="{FF2B5EF4-FFF2-40B4-BE49-F238E27FC236}">
                <a16:creationId xmlns:a16="http://schemas.microsoft.com/office/drawing/2014/main" id="{240A81E6-19AB-47A5-96D0-37BD113CF000}"/>
              </a:ext>
            </a:extLst>
          </p:cNvPr>
          <p:cNvSpPr>
            <a:spLocks xmlns:a="http://schemas.openxmlformats.org/drawingml/2006/main" noGrp="1"/>
          </p:cNvSpPr>
          <p:nvPr/>
        </p:nvSpPr>
        <p:spPr>
          <a:xfrm xmlns:a="http://schemas.openxmlformats.org/drawingml/2006/main">
            <a:off x="8839200" y="55245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F5F7FA"/>
                </a:solidFill>
                <a:latin typeface="Arial"/>
                <a:ea typeface="Arial"/>
                <a:cs typeface="Arial"/>
              </a:defRPr>
            </a:defPPr>
            <a:lvl1pPr algn="l">
              <a:buNone/>
              <a:defRPr sz="975" b="0">
                <a:solidFill>
                  <a:srgbClr val="F5F7FA"/>
                </a:solidFill>
                <a:latin typeface="Arial"/>
                <a:ea typeface="Arial"/>
                <a:cs typeface="Arial"/>
              </a:defRPr>
            </a:lvl1pPr>
            <a:lvl2pPr algn="l">
              <a:buNone/>
              <a:defRPr sz="975" b="0">
                <a:solidFill>
                  <a:srgbClr val="F5F7FA"/>
                </a:solidFill>
                <a:latin typeface="Arial"/>
                <a:ea typeface="Arial"/>
                <a:cs typeface="Arial"/>
              </a:defRPr>
            </a:lvl2pPr>
            <a:lvl3pPr algn="l">
              <a:buNone/>
              <a:defRPr sz="975" b="0">
                <a:solidFill>
                  <a:srgbClr val="F5F7FA"/>
                </a:solidFill>
                <a:latin typeface="Arial"/>
                <a:ea typeface="Arial"/>
                <a:cs typeface="Arial"/>
              </a:defRPr>
            </a:lvl3pPr>
            <a:lvl4pPr algn="l">
              <a:buNone/>
              <a:defRPr sz="975" b="0">
                <a:solidFill>
                  <a:srgbClr val="F5F7FA"/>
                </a:solidFill>
                <a:latin typeface="Arial"/>
                <a:ea typeface="Arial"/>
                <a:cs typeface="Arial"/>
              </a:defRPr>
            </a:lvl4pPr>
            <a:lvl5pPr algn="l">
              <a:buNone/>
              <a:defRPr sz="975" b="0">
                <a:solidFill>
                  <a:srgbClr val="F5F7FA"/>
                </a:solidFill>
                <a:latin typeface="Arial"/>
                <a:ea typeface="Arial"/>
                <a:cs typeface="Arial"/>
              </a:defRPr>
            </a:lvl5pPr>
            <a:lvl6pPr algn="l">
              <a:buNone/>
              <a:defRPr sz="975" b="0">
                <a:solidFill>
                  <a:srgbClr val="F5F7FA"/>
                </a:solidFill>
                <a:latin typeface="Arial"/>
                <a:ea typeface="Arial"/>
                <a:cs typeface="Arial"/>
              </a:defRPr>
            </a:lvl6pPr>
            <a:lvl7pPr algn="l">
              <a:buNone/>
              <a:defRPr sz="975" b="0">
                <a:solidFill>
                  <a:srgbClr val="F5F7FA"/>
                </a:solidFill>
                <a:latin typeface="Arial"/>
                <a:ea typeface="Arial"/>
                <a:cs typeface="Arial"/>
              </a:defRPr>
            </a:lvl7pPr>
            <a:lvl8pPr algn="l">
              <a:buNone/>
              <a:defRPr sz="975" b="0">
                <a:solidFill>
                  <a:srgbClr val="F5F7FA"/>
                </a:solidFill>
                <a:latin typeface="Arial"/>
                <a:ea typeface="Arial"/>
                <a:cs typeface="Arial"/>
              </a:defRPr>
            </a:lvl8pPr>
            <a:lvl9pPr algn="l">
              <a:buNone/>
              <a:defRPr sz="975" b="0">
                <a:solidFill>
                  <a:srgbClr val="F5F7FA"/>
                </a:solidFill>
                <a:latin typeface="Arial"/>
                <a:ea typeface="Arial"/>
                <a:cs typeface="Arial"/>
              </a:defRPr>
            </a:lvl9pPr>
          </a:lstStyle>
          <a:p xmlns:a="http://schemas.openxmlformats.org/drawingml/2006/main">
            <a:pPr algn="l">
              <a:lnSpc>
                <a:spcPct val="108000"/>
              </a:lnSpc>
              <a:buNone/>
              <a:defRPr sz="975" b="0">
                <a:solidFill>
                  <a:srgbClr val="F5F7FA"/>
                </a:solidFill>
                <a:latin typeface="Arial"/>
                <a:ea typeface="Arial"/>
                <a:cs typeface="Arial"/>
              </a:defRPr>
            </a:pPr>
            <a:r>
              <a:rPr sz="975" b="0">
                <a:solidFill>
                  <a:srgbClr val="F5F7FA"/>
                </a:solidFill>
                <a:latin typeface="Arial"/>
                <a:ea typeface="Arial"/>
                <a:cs typeface="Arial"/>
              </a:rPr>
              <a:t>Summarises evidence rows; never flags.</a:t>
            </a:r>
          </a:p>
        </p:txBody>
      </p:sp>
    </p:spTree>
    <p:extLst>
      <p:ext uri="{BB962C8B-B14F-4D97-AF65-F5344CB8AC3E}">
        <p14:creationId xmlns:p14="http://schemas.microsoft.com/office/powerpoint/2010/main" val="1181901152"/>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5AD2170-CDD7-4EE6-BA84-B708BFC6509D}"/>
              </a:ext>
            </a:extLst>
          </p:cNvPr>
          <p:cNvSpPr>
            <a:spLocks xmlns:a="http://schemas.openxmlformats.org/drawingml/2006/main" noGrp="1"/>
          </p:cNvSpPr>
          <p:nvPr/>
        </p:nvSpPr>
        <p:spPr>
          <a:xfrm xmlns:a="http://schemas.openxmlformats.org/drawingml/2006/main">
            <a:off x="609600" y="3429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MEASURED PROTOTYPE</a:t>
            </a:r>
          </a:p>
        </p:txBody>
      </p:sp>
      <p:sp>
        <p:nvSpPr>
          <p:cNvPr id="2" name="">
            <a:extLst xmlns:a="http://schemas.openxmlformats.org/drawingml/2006/main">
              <a:ext uri="{FF2B5EF4-FFF2-40B4-BE49-F238E27FC236}">
                <a16:creationId xmlns:a16="http://schemas.microsoft.com/office/drawing/2014/main" id="{9B146E99-0560-46A7-B557-8522D9F9F663}"/>
              </a:ext>
            </a:extLst>
          </p:cNvPr>
          <p:cNvSpPr>
            <a:spLocks xmlns:a="http://schemas.openxmlformats.org/drawingml/2006/main" noGrp="1"/>
          </p:cNvSpPr>
          <p:nvPr/>
        </p:nvSpPr>
        <p:spPr>
          <a:xfrm xmlns:a="http://schemas.openxmlformats.org/drawingml/2006/main">
            <a:off x="609600" y="7048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7FA"/>
                </a:solidFill>
                <a:latin typeface="Arial"/>
                <a:ea typeface="Arial"/>
                <a:cs typeface="Arial"/>
              </a:defRPr>
            </a:defPPr>
            <a:lvl1pPr algn="l">
              <a:buNone/>
              <a:defRPr sz="2850" b="1">
                <a:solidFill>
                  <a:srgbClr val="F5F7FA"/>
                </a:solidFill>
                <a:latin typeface="Arial"/>
                <a:ea typeface="Arial"/>
                <a:cs typeface="Arial"/>
              </a:defRPr>
            </a:lvl1pPr>
            <a:lvl2pPr algn="l">
              <a:buNone/>
              <a:defRPr sz="2850" b="1">
                <a:solidFill>
                  <a:srgbClr val="F5F7FA"/>
                </a:solidFill>
                <a:latin typeface="Arial"/>
                <a:ea typeface="Arial"/>
                <a:cs typeface="Arial"/>
              </a:defRPr>
            </a:lvl2pPr>
            <a:lvl3pPr algn="l">
              <a:buNone/>
              <a:defRPr sz="2850" b="1">
                <a:solidFill>
                  <a:srgbClr val="F5F7FA"/>
                </a:solidFill>
                <a:latin typeface="Arial"/>
                <a:ea typeface="Arial"/>
                <a:cs typeface="Arial"/>
              </a:defRPr>
            </a:lvl3pPr>
            <a:lvl4pPr algn="l">
              <a:buNone/>
              <a:defRPr sz="2850" b="1">
                <a:solidFill>
                  <a:srgbClr val="F5F7FA"/>
                </a:solidFill>
                <a:latin typeface="Arial"/>
                <a:ea typeface="Arial"/>
                <a:cs typeface="Arial"/>
              </a:defRPr>
            </a:lvl4pPr>
            <a:lvl5pPr algn="l">
              <a:buNone/>
              <a:defRPr sz="2850" b="1">
                <a:solidFill>
                  <a:srgbClr val="F5F7FA"/>
                </a:solidFill>
                <a:latin typeface="Arial"/>
                <a:ea typeface="Arial"/>
                <a:cs typeface="Arial"/>
              </a:defRPr>
            </a:lvl5pPr>
            <a:lvl6pPr algn="l">
              <a:buNone/>
              <a:defRPr sz="2850" b="1">
                <a:solidFill>
                  <a:srgbClr val="F5F7FA"/>
                </a:solidFill>
                <a:latin typeface="Arial"/>
                <a:ea typeface="Arial"/>
                <a:cs typeface="Arial"/>
              </a:defRPr>
            </a:lvl6pPr>
            <a:lvl7pPr algn="l">
              <a:buNone/>
              <a:defRPr sz="2850" b="1">
                <a:solidFill>
                  <a:srgbClr val="F5F7FA"/>
                </a:solidFill>
                <a:latin typeface="Arial"/>
                <a:ea typeface="Arial"/>
                <a:cs typeface="Arial"/>
              </a:defRPr>
            </a:lvl7pPr>
            <a:lvl8pPr algn="l">
              <a:buNone/>
              <a:defRPr sz="2850" b="1">
                <a:solidFill>
                  <a:srgbClr val="F5F7FA"/>
                </a:solidFill>
                <a:latin typeface="Arial"/>
                <a:ea typeface="Arial"/>
                <a:cs typeface="Arial"/>
              </a:defRPr>
            </a:lvl8pPr>
            <a:lvl9pPr algn="l">
              <a:buNone/>
              <a:defRPr sz="2850" b="1">
                <a:solidFill>
                  <a:srgbClr val="F5F7FA"/>
                </a:solidFill>
                <a:latin typeface="Arial"/>
                <a:ea typeface="Arial"/>
                <a:cs typeface="Arial"/>
              </a:defRPr>
            </a:lvl9pPr>
          </a:lstStyle>
          <a:p xmlns:a="http://schemas.openxmlformats.org/drawingml/2006/main">
            <a:pPr algn="l">
              <a:lnSpc>
                <a:spcPct val="108000"/>
              </a:lnSpc>
              <a:buNone/>
              <a:defRPr sz="2850" b="1">
                <a:solidFill>
                  <a:srgbClr val="F5F7FA"/>
                </a:solidFill>
                <a:latin typeface="Arial"/>
                <a:ea typeface="Arial"/>
                <a:cs typeface="Arial"/>
              </a:defRPr>
            </a:pPr>
            <a:r>
              <a:rPr sz="2850" b="1">
                <a:solidFill>
                  <a:srgbClr val="F5F7FA"/>
                </a:solidFill>
                <a:latin typeface="Arial"/>
                <a:ea typeface="Arial"/>
                <a:cs typeface="Arial"/>
              </a:rPr>
              <a:t>2.51 million rows, reconciled in Exasol Personal.</a:t>
            </a:r>
          </a:p>
        </p:txBody>
      </p:sp>
      <p:sp>
        <p:nvSpPr>
          <p:cNvPr id="3" name="">
            <a:extLst xmlns:a="http://schemas.openxmlformats.org/drawingml/2006/main">
              <a:ext uri="{FF2B5EF4-FFF2-40B4-BE49-F238E27FC236}">
                <a16:creationId xmlns:a16="http://schemas.microsoft.com/office/drawing/2014/main" id="{5082E0F6-DBA5-40F0-B442-933E07359A5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2B3D5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4313E11-DBF5-4321-BABD-792917FA7762}"/>
              </a:ext>
            </a:extLst>
          </p:cNvPr>
          <p:cNvSpPr>
            <a:spLocks xmlns:a="http://schemas.openxmlformats.org/drawingml/2006/main" noGrp="1"/>
          </p:cNvSpPr>
          <p:nvPr/>
        </p:nvSpPr>
        <p:spPr>
          <a:xfrm xmlns:a="http://schemas.openxmlformats.org/drawingml/2006/main">
            <a:off x="609600" y="64198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A8B5C8"/>
                </a:solidFill>
                <a:latin typeface="Arial"/>
                <a:ea typeface="Arial"/>
                <a:cs typeface="Arial"/>
              </a:defRPr>
            </a:defPPr>
            <a:lvl1pPr algn="l">
              <a:buNone/>
              <a:defRPr sz="825" b="1">
                <a:solidFill>
                  <a:srgbClr val="A8B5C8"/>
                </a:solidFill>
                <a:latin typeface="Arial"/>
                <a:ea typeface="Arial"/>
                <a:cs typeface="Arial"/>
              </a:defRPr>
            </a:lvl1pPr>
            <a:lvl2pPr algn="l">
              <a:buNone/>
              <a:defRPr sz="825" b="1">
                <a:solidFill>
                  <a:srgbClr val="A8B5C8"/>
                </a:solidFill>
                <a:latin typeface="Arial"/>
                <a:ea typeface="Arial"/>
                <a:cs typeface="Arial"/>
              </a:defRPr>
            </a:lvl2pPr>
            <a:lvl3pPr algn="l">
              <a:buNone/>
              <a:defRPr sz="825" b="1">
                <a:solidFill>
                  <a:srgbClr val="A8B5C8"/>
                </a:solidFill>
                <a:latin typeface="Arial"/>
                <a:ea typeface="Arial"/>
                <a:cs typeface="Arial"/>
              </a:defRPr>
            </a:lvl3pPr>
            <a:lvl4pPr algn="l">
              <a:buNone/>
              <a:defRPr sz="825" b="1">
                <a:solidFill>
                  <a:srgbClr val="A8B5C8"/>
                </a:solidFill>
                <a:latin typeface="Arial"/>
                <a:ea typeface="Arial"/>
                <a:cs typeface="Arial"/>
              </a:defRPr>
            </a:lvl4pPr>
            <a:lvl5pPr algn="l">
              <a:buNone/>
              <a:defRPr sz="825" b="1">
                <a:solidFill>
                  <a:srgbClr val="A8B5C8"/>
                </a:solidFill>
                <a:latin typeface="Arial"/>
                <a:ea typeface="Arial"/>
                <a:cs typeface="Arial"/>
              </a:defRPr>
            </a:lvl5pPr>
            <a:lvl6pPr algn="l">
              <a:buNone/>
              <a:defRPr sz="825" b="1">
                <a:solidFill>
                  <a:srgbClr val="A8B5C8"/>
                </a:solidFill>
                <a:latin typeface="Arial"/>
                <a:ea typeface="Arial"/>
                <a:cs typeface="Arial"/>
              </a:defRPr>
            </a:lvl6pPr>
            <a:lvl7pPr algn="l">
              <a:buNone/>
              <a:defRPr sz="825" b="1">
                <a:solidFill>
                  <a:srgbClr val="A8B5C8"/>
                </a:solidFill>
                <a:latin typeface="Arial"/>
                <a:ea typeface="Arial"/>
                <a:cs typeface="Arial"/>
              </a:defRPr>
            </a:lvl7pPr>
            <a:lvl8pPr algn="l">
              <a:buNone/>
              <a:defRPr sz="825" b="1">
                <a:solidFill>
                  <a:srgbClr val="A8B5C8"/>
                </a:solidFill>
                <a:latin typeface="Arial"/>
                <a:ea typeface="Arial"/>
                <a:cs typeface="Arial"/>
              </a:defRPr>
            </a:lvl8pPr>
            <a:lvl9pPr algn="l">
              <a:buNone/>
              <a:defRPr sz="825" b="1">
                <a:solidFill>
                  <a:srgbClr val="A8B5C8"/>
                </a:solidFill>
                <a:latin typeface="Arial"/>
                <a:ea typeface="Arial"/>
                <a:cs typeface="Arial"/>
              </a:defRPr>
            </a:lvl9pPr>
          </a:lstStyle>
          <a:p xmlns:a="http://schemas.openxmlformats.org/drawingml/2006/main">
            <a:pPr algn="l">
              <a:lnSpc>
                <a:spcPct val="108000"/>
              </a:lnSpc>
              <a:buNone/>
              <a:defRPr sz="825" b="1">
                <a:solidFill>
                  <a:srgbClr val="A8B5C8"/>
                </a:solidFill>
                <a:latin typeface="Arial"/>
                <a:ea typeface="Arial"/>
                <a:cs typeface="Arial"/>
              </a:defRPr>
            </a:pPr>
            <a:r>
              <a:rPr sz="825" b="1">
                <a:solidFill>
                  <a:srgbClr val="A8B5C8"/>
                </a:solidFill>
                <a:latin typeface="Arial"/>
                <a:ea typeface="Arial"/>
                <a:cs typeface="Arial"/>
              </a:rPr>
              <a:t>EXATHON INDIA 2026  /  GST EVIDENCE RECONCILIATION</a:t>
            </a:r>
          </a:p>
        </p:txBody>
      </p:sp>
      <p:sp>
        <p:nvSpPr>
          <p:cNvPr id="5" name="">
            <a:extLst xmlns:a="http://schemas.openxmlformats.org/drawingml/2006/main">
              <a:ext uri="{FF2B5EF4-FFF2-40B4-BE49-F238E27FC236}">
                <a16:creationId xmlns:a16="http://schemas.microsoft.com/office/drawing/2014/main" id="{570A6AE8-AA8D-4587-A36F-F9DD80A419EF}"/>
              </a:ext>
            </a:extLst>
          </p:cNvPr>
          <p:cNvSpPr>
            <a:spLocks xmlns:a="http://schemas.openxmlformats.org/drawingml/2006/main" noGrp="1"/>
          </p:cNvSpPr>
          <p:nvPr/>
        </p:nvSpPr>
        <p:spPr>
          <a:xfrm xmlns:a="http://schemas.openxmlformats.org/drawingml/2006/main">
            <a:off x="1104900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A8B5C8"/>
                </a:solidFill>
                <a:latin typeface="Arial"/>
                <a:ea typeface="Arial"/>
                <a:cs typeface="Arial"/>
              </a:defRPr>
            </a:defPPr>
            <a:lvl1pPr algn="r">
              <a:buNone/>
              <a:defRPr sz="825" b="1">
                <a:solidFill>
                  <a:srgbClr val="A8B5C8"/>
                </a:solidFill>
                <a:latin typeface="Arial"/>
                <a:ea typeface="Arial"/>
                <a:cs typeface="Arial"/>
              </a:defRPr>
            </a:lvl1pPr>
            <a:lvl2pPr algn="r">
              <a:buNone/>
              <a:defRPr sz="825" b="1">
                <a:solidFill>
                  <a:srgbClr val="A8B5C8"/>
                </a:solidFill>
                <a:latin typeface="Arial"/>
                <a:ea typeface="Arial"/>
                <a:cs typeface="Arial"/>
              </a:defRPr>
            </a:lvl2pPr>
            <a:lvl3pPr algn="r">
              <a:buNone/>
              <a:defRPr sz="825" b="1">
                <a:solidFill>
                  <a:srgbClr val="A8B5C8"/>
                </a:solidFill>
                <a:latin typeface="Arial"/>
                <a:ea typeface="Arial"/>
                <a:cs typeface="Arial"/>
              </a:defRPr>
            </a:lvl3pPr>
            <a:lvl4pPr algn="r">
              <a:buNone/>
              <a:defRPr sz="825" b="1">
                <a:solidFill>
                  <a:srgbClr val="A8B5C8"/>
                </a:solidFill>
                <a:latin typeface="Arial"/>
                <a:ea typeface="Arial"/>
                <a:cs typeface="Arial"/>
              </a:defRPr>
            </a:lvl4pPr>
            <a:lvl5pPr algn="r">
              <a:buNone/>
              <a:defRPr sz="825" b="1">
                <a:solidFill>
                  <a:srgbClr val="A8B5C8"/>
                </a:solidFill>
                <a:latin typeface="Arial"/>
                <a:ea typeface="Arial"/>
                <a:cs typeface="Arial"/>
              </a:defRPr>
            </a:lvl5pPr>
            <a:lvl6pPr algn="r">
              <a:buNone/>
              <a:defRPr sz="825" b="1">
                <a:solidFill>
                  <a:srgbClr val="A8B5C8"/>
                </a:solidFill>
                <a:latin typeface="Arial"/>
                <a:ea typeface="Arial"/>
                <a:cs typeface="Arial"/>
              </a:defRPr>
            </a:lvl6pPr>
            <a:lvl7pPr algn="r">
              <a:buNone/>
              <a:defRPr sz="825" b="1">
                <a:solidFill>
                  <a:srgbClr val="A8B5C8"/>
                </a:solidFill>
                <a:latin typeface="Arial"/>
                <a:ea typeface="Arial"/>
                <a:cs typeface="Arial"/>
              </a:defRPr>
            </a:lvl7pPr>
            <a:lvl8pPr algn="r">
              <a:buNone/>
              <a:defRPr sz="825" b="1">
                <a:solidFill>
                  <a:srgbClr val="A8B5C8"/>
                </a:solidFill>
                <a:latin typeface="Arial"/>
                <a:ea typeface="Arial"/>
                <a:cs typeface="Arial"/>
              </a:defRPr>
            </a:lvl8pPr>
            <a:lvl9pPr algn="r">
              <a:buNone/>
              <a:defRPr sz="825" b="1">
                <a:solidFill>
                  <a:srgbClr val="A8B5C8"/>
                </a:solidFill>
                <a:latin typeface="Arial"/>
                <a:ea typeface="Arial"/>
                <a:cs typeface="Arial"/>
              </a:defRPr>
            </a:lvl9pPr>
          </a:lstStyle>
          <a:p xmlns:a="http://schemas.openxmlformats.org/drawingml/2006/main">
            <a:pPr algn="r">
              <a:lnSpc>
                <a:spcPct val="108000"/>
              </a:lnSpc>
              <a:buNone/>
              <a:defRPr sz="825" b="1">
                <a:solidFill>
                  <a:srgbClr val="A8B5C8"/>
                </a:solidFill>
                <a:latin typeface="Arial"/>
                <a:ea typeface="Arial"/>
                <a:cs typeface="Arial"/>
              </a:defRPr>
            </a:pPr>
            <a:r>
              <a:rPr sz="825" b="1">
                <a:solidFill>
                  <a:srgbClr val="A8B5C8"/>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7AEF1AB3-315F-45C4-A39B-468F6E034A44}"/>
              </a:ext>
            </a:extLst>
          </p:cNvPr>
          <p:cNvSpPr>
            <a:spLocks xmlns:a="http://schemas.openxmlformats.org/drawingml/2006/main" noGrp="1"/>
          </p:cNvSpPr>
          <p:nvPr/>
        </p:nvSpPr>
        <p:spPr>
          <a:xfrm xmlns:a="http://schemas.openxmlformats.org/drawingml/2006/main">
            <a:off x="609600" y="1714500"/>
            <a:ext cx="3505200" cy="1390650"/>
          </a:xfrm>
          <a:prstGeom xmlns:a="http://schemas.openxmlformats.org/drawingml/2006/main" prst="roundRect">
            <a:avLst>
              <a:gd name="adj" fmla="val 11644"/>
            </a:avLst>
          </a:prstGeom>
          <a:solidFill xmlns:a="http://schemas.openxmlformats.org/drawingml/2006/main">
            <a:srgbClr val="14223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19A197-5CCE-4595-AD39-CE08C2BFC8B4}"/>
              </a:ext>
            </a:extLst>
          </p:cNvPr>
          <p:cNvSpPr>
            <a:spLocks xmlns:a="http://schemas.openxmlformats.org/drawingml/2006/main" noGrp="1"/>
          </p:cNvSpPr>
          <p:nvPr/>
        </p:nvSpPr>
        <p:spPr>
          <a:xfrm xmlns:a="http://schemas.openxmlformats.org/drawingml/2006/main">
            <a:off x="819150" y="1885950"/>
            <a:ext cx="308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63E6BE"/>
                </a:solidFill>
                <a:latin typeface="Arial"/>
                <a:ea typeface="Arial"/>
                <a:cs typeface="Arial"/>
              </a:defRPr>
            </a:defPPr>
            <a:lvl1pPr algn="l">
              <a:buNone/>
              <a:defRPr sz="3150" b="1">
                <a:solidFill>
                  <a:srgbClr val="63E6BE"/>
                </a:solidFill>
                <a:latin typeface="Arial"/>
                <a:ea typeface="Arial"/>
                <a:cs typeface="Arial"/>
              </a:defRPr>
            </a:lvl1pPr>
            <a:lvl2pPr algn="l">
              <a:buNone/>
              <a:defRPr sz="3150" b="1">
                <a:solidFill>
                  <a:srgbClr val="63E6BE"/>
                </a:solidFill>
                <a:latin typeface="Arial"/>
                <a:ea typeface="Arial"/>
                <a:cs typeface="Arial"/>
              </a:defRPr>
            </a:lvl2pPr>
            <a:lvl3pPr algn="l">
              <a:buNone/>
              <a:defRPr sz="3150" b="1">
                <a:solidFill>
                  <a:srgbClr val="63E6BE"/>
                </a:solidFill>
                <a:latin typeface="Arial"/>
                <a:ea typeface="Arial"/>
                <a:cs typeface="Arial"/>
              </a:defRPr>
            </a:lvl3pPr>
            <a:lvl4pPr algn="l">
              <a:buNone/>
              <a:defRPr sz="3150" b="1">
                <a:solidFill>
                  <a:srgbClr val="63E6BE"/>
                </a:solidFill>
                <a:latin typeface="Arial"/>
                <a:ea typeface="Arial"/>
                <a:cs typeface="Arial"/>
              </a:defRPr>
            </a:lvl4pPr>
            <a:lvl5pPr algn="l">
              <a:buNone/>
              <a:defRPr sz="3150" b="1">
                <a:solidFill>
                  <a:srgbClr val="63E6BE"/>
                </a:solidFill>
                <a:latin typeface="Arial"/>
                <a:ea typeface="Arial"/>
                <a:cs typeface="Arial"/>
              </a:defRPr>
            </a:lvl5pPr>
            <a:lvl6pPr algn="l">
              <a:buNone/>
              <a:defRPr sz="3150" b="1">
                <a:solidFill>
                  <a:srgbClr val="63E6BE"/>
                </a:solidFill>
                <a:latin typeface="Arial"/>
                <a:ea typeface="Arial"/>
                <a:cs typeface="Arial"/>
              </a:defRPr>
            </a:lvl6pPr>
            <a:lvl7pPr algn="l">
              <a:buNone/>
              <a:defRPr sz="3150" b="1">
                <a:solidFill>
                  <a:srgbClr val="63E6BE"/>
                </a:solidFill>
                <a:latin typeface="Arial"/>
                <a:ea typeface="Arial"/>
                <a:cs typeface="Arial"/>
              </a:defRPr>
            </a:lvl7pPr>
            <a:lvl8pPr algn="l">
              <a:buNone/>
              <a:defRPr sz="3150" b="1">
                <a:solidFill>
                  <a:srgbClr val="63E6BE"/>
                </a:solidFill>
                <a:latin typeface="Arial"/>
                <a:ea typeface="Arial"/>
                <a:cs typeface="Arial"/>
              </a:defRPr>
            </a:lvl8pPr>
            <a:lvl9pPr algn="l">
              <a:buNone/>
              <a:defRPr sz="3150" b="1">
                <a:solidFill>
                  <a:srgbClr val="63E6BE"/>
                </a:solidFill>
                <a:latin typeface="Arial"/>
                <a:ea typeface="Arial"/>
                <a:cs typeface="Arial"/>
              </a:defRPr>
            </a:lvl9pPr>
          </a:lstStyle>
          <a:p xmlns:a="http://schemas.openxmlformats.org/drawingml/2006/main">
            <a:pPr algn="l">
              <a:lnSpc>
                <a:spcPct val="108000"/>
              </a:lnSpc>
              <a:buNone/>
              <a:defRPr sz="3150" b="1">
                <a:solidFill>
                  <a:srgbClr val="63E6BE"/>
                </a:solidFill>
                <a:latin typeface="Arial"/>
                <a:ea typeface="Arial"/>
                <a:cs typeface="Arial"/>
              </a:defRPr>
            </a:pPr>
            <a:r>
              <a:rPr sz="3150" b="1">
                <a:solidFill>
                  <a:srgbClr val="63E6BE"/>
                </a:solidFill>
                <a:latin typeface="Arial"/>
                <a:ea typeface="Arial"/>
                <a:cs typeface="Arial"/>
              </a:rPr>
              <a:t>100%</a:t>
            </a:r>
          </a:p>
        </p:txBody>
      </p:sp>
      <p:sp>
        <p:nvSpPr>
          <p:cNvPr id="8" name="">
            <a:extLst xmlns:a="http://schemas.openxmlformats.org/drawingml/2006/main">
              <a:ext uri="{FF2B5EF4-FFF2-40B4-BE49-F238E27FC236}">
                <a16:creationId xmlns:a16="http://schemas.microsoft.com/office/drawing/2014/main" id="{F4FA710D-7005-4029-B223-6967D0288180}"/>
              </a:ext>
            </a:extLst>
          </p:cNvPr>
          <p:cNvSpPr>
            <a:spLocks xmlns:a="http://schemas.openxmlformats.org/drawingml/2006/main" noGrp="1"/>
          </p:cNvSpPr>
          <p:nvPr/>
        </p:nvSpPr>
        <p:spPr>
          <a:xfrm xmlns:a="http://schemas.openxmlformats.org/drawingml/2006/main">
            <a:off x="819150" y="2438400"/>
            <a:ext cx="3086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5F7FA"/>
                </a:solidFill>
                <a:latin typeface="Arial"/>
                <a:ea typeface="Arial"/>
                <a:cs typeface="Arial"/>
              </a:defRPr>
            </a:defPPr>
            <a:lvl1pPr algn="l">
              <a:buNone/>
              <a:defRPr sz="1200" b="1">
                <a:solidFill>
                  <a:srgbClr val="F5F7FA"/>
                </a:solidFill>
                <a:latin typeface="Arial"/>
                <a:ea typeface="Arial"/>
                <a:cs typeface="Arial"/>
              </a:defRPr>
            </a:lvl1pPr>
            <a:lvl2pPr algn="l">
              <a:buNone/>
              <a:defRPr sz="1200" b="1">
                <a:solidFill>
                  <a:srgbClr val="F5F7FA"/>
                </a:solidFill>
                <a:latin typeface="Arial"/>
                <a:ea typeface="Arial"/>
                <a:cs typeface="Arial"/>
              </a:defRPr>
            </a:lvl2pPr>
            <a:lvl3pPr algn="l">
              <a:buNone/>
              <a:defRPr sz="1200" b="1">
                <a:solidFill>
                  <a:srgbClr val="F5F7FA"/>
                </a:solidFill>
                <a:latin typeface="Arial"/>
                <a:ea typeface="Arial"/>
                <a:cs typeface="Arial"/>
              </a:defRPr>
            </a:lvl3pPr>
            <a:lvl4pPr algn="l">
              <a:buNone/>
              <a:defRPr sz="1200" b="1">
                <a:solidFill>
                  <a:srgbClr val="F5F7FA"/>
                </a:solidFill>
                <a:latin typeface="Arial"/>
                <a:ea typeface="Arial"/>
                <a:cs typeface="Arial"/>
              </a:defRPr>
            </a:lvl4pPr>
            <a:lvl5pPr algn="l">
              <a:buNone/>
              <a:defRPr sz="1200" b="1">
                <a:solidFill>
                  <a:srgbClr val="F5F7FA"/>
                </a:solidFill>
                <a:latin typeface="Arial"/>
                <a:ea typeface="Arial"/>
                <a:cs typeface="Arial"/>
              </a:defRPr>
            </a:lvl5pPr>
            <a:lvl6pPr algn="l">
              <a:buNone/>
              <a:defRPr sz="1200" b="1">
                <a:solidFill>
                  <a:srgbClr val="F5F7FA"/>
                </a:solidFill>
                <a:latin typeface="Arial"/>
                <a:ea typeface="Arial"/>
                <a:cs typeface="Arial"/>
              </a:defRPr>
            </a:lvl6pPr>
            <a:lvl7pPr algn="l">
              <a:buNone/>
              <a:defRPr sz="1200" b="1">
                <a:solidFill>
                  <a:srgbClr val="F5F7FA"/>
                </a:solidFill>
                <a:latin typeface="Arial"/>
                <a:ea typeface="Arial"/>
                <a:cs typeface="Arial"/>
              </a:defRPr>
            </a:lvl7pPr>
            <a:lvl8pPr algn="l">
              <a:buNone/>
              <a:defRPr sz="1200" b="1">
                <a:solidFill>
                  <a:srgbClr val="F5F7FA"/>
                </a:solidFill>
                <a:latin typeface="Arial"/>
                <a:ea typeface="Arial"/>
                <a:cs typeface="Arial"/>
              </a:defRPr>
            </a:lvl8pPr>
            <a:lvl9pPr algn="l">
              <a:buNone/>
              <a:defRPr sz="1200" b="1">
                <a:solidFill>
                  <a:srgbClr val="F5F7FA"/>
                </a:solidFill>
                <a:latin typeface="Arial"/>
                <a:ea typeface="Arial"/>
                <a:cs typeface="Arial"/>
              </a:defRPr>
            </a:lvl9pPr>
          </a:lstStyle>
          <a:p xmlns:a="http://schemas.openxmlformats.org/drawingml/2006/main">
            <a:pPr algn="l">
              <a:lnSpc>
                <a:spcPct val="108000"/>
              </a:lnSpc>
              <a:buNone/>
              <a:defRPr sz="1200" b="1">
                <a:solidFill>
                  <a:srgbClr val="F5F7FA"/>
                </a:solidFill>
                <a:latin typeface="Arial"/>
                <a:ea typeface="Arial"/>
                <a:cs typeface="Arial"/>
              </a:defRPr>
            </a:pPr>
            <a:r>
              <a:rPr sz="1200" b="1">
                <a:solidFill>
                  <a:srgbClr val="F5F7FA"/>
                </a:solidFill>
                <a:latin typeface="Arial"/>
                <a:ea typeface="Arial"/>
                <a:cs typeface="Arial"/>
              </a:rPr>
              <a:t>cheats caught</a:t>
            </a:r>
          </a:p>
        </p:txBody>
      </p:sp>
      <p:sp>
        <p:nvSpPr>
          <p:cNvPr id="9" name="">
            <a:extLst xmlns:a="http://schemas.openxmlformats.org/drawingml/2006/main">
              <a:ext uri="{FF2B5EF4-FFF2-40B4-BE49-F238E27FC236}">
                <a16:creationId xmlns:a16="http://schemas.microsoft.com/office/drawing/2014/main" id="{DC4AE48F-E3B5-4025-8EA2-224243CC3124}"/>
              </a:ext>
            </a:extLst>
          </p:cNvPr>
          <p:cNvSpPr>
            <a:spLocks xmlns:a="http://schemas.openxmlformats.org/drawingml/2006/main" noGrp="1"/>
          </p:cNvSpPr>
          <p:nvPr/>
        </p:nvSpPr>
        <p:spPr>
          <a:xfrm xmlns:a="http://schemas.openxmlformats.org/drawingml/2006/main">
            <a:off x="819150" y="27241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A8B5C8"/>
                </a:solidFill>
                <a:latin typeface="Arial"/>
                <a:ea typeface="Arial"/>
                <a:cs typeface="Arial"/>
              </a:defRPr>
            </a:defPPr>
            <a:lvl1pPr algn="l">
              <a:buNone/>
              <a:defRPr sz="900" b="0">
                <a:solidFill>
                  <a:srgbClr val="A8B5C8"/>
                </a:solidFill>
                <a:latin typeface="Arial"/>
                <a:ea typeface="Arial"/>
                <a:cs typeface="Arial"/>
              </a:defRPr>
            </a:lvl1pPr>
            <a:lvl2pPr algn="l">
              <a:buNone/>
              <a:defRPr sz="900" b="0">
                <a:solidFill>
                  <a:srgbClr val="A8B5C8"/>
                </a:solidFill>
                <a:latin typeface="Arial"/>
                <a:ea typeface="Arial"/>
                <a:cs typeface="Arial"/>
              </a:defRPr>
            </a:lvl2pPr>
            <a:lvl3pPr algn="l">
              <a:buNone/>
              <a:defRPr sz="900" b="0">
                <a:solidFill>
                  <a:srgbClr val="A8B5C8"/>
                </a:solidFill>
                <a:latin typeface="Arial"/>
                <a:ea typeface="Arial"/>
                <a:cs typeface="Arial"/>
              </a:defRPr>
            </a:lvl3pPr>
            <a:lvl4pPr algn="l">
              <a:buNone/>
              <a:defRPr sz="900" b="0">
                <a:solidFill>
                  <a:srgbClr val="A8B5C8"/>
                </a:solidFill>
                <a:latin typeface="Arial"/>
                <a:ea typeface="Arial"/>
                <a:cs typeface="Arial"/>
              </a:defRPr>
            </a:lvl4pPr>
            <a:lvl5pPr algn="l">
              <a:buNone/>
              <a:defRPr sz="900" b="0">
                <a:solidFill>
                  <a:srgbClr val="A8B5C8"/>
                </a:solidFill>
                <a:latin typeface="Arial"/>
                <a:ea typeface="Arial"/>
                <a:cs typeface="Arial"/>
              </a:defRPr>
            </a:lvl5pPr>
            <a:lvl6pPr algn="l">
              <a:buNone/>
              <a:defRPr sz="900" b="0">
                <a:solidFill>
                  <a:srgbClr val="A8B5C8"/>
                </a:solidFill>
                <a:latin typeface="Arial"/>
                <a:ea typeface="Arial"/>
                <a:cs typeface="Arial"/>
              </a:defRPr>
            </a:lvl6pPr>
            <a:lvl7pPr algn="l">
              <a:buNone/>
              <a:defRPr sz="900" b="0">
                <a:solidFill>
                  <a:srgbClr val="A8B5C8"/>
                </a:solidFill>
                <a:latin typeface="Arial"/>
                <a:ea typeface="Arial"/>
                <a:cs typeface="Arial"/>
              </a:defRPr>
            </a:lvl7pPr>
            <a:lvl8pPr algn="l">
              <a:buNone/>
              <a:defRPr sz="900" b="0">
                <a:solidFill>
                  <a:srgbClr val="A8B5C8"/>
                </a:solidFill>
                <a:latin typeface="Arial"/>
                <a:ea typeface="Arial"/>
                <a:cs typeface="Arial"/>
              </a:defRPr>
            </a:lvl8pPr>
            <a:lvl9pPr algn="l">
              <a:buNone/>
              <a:defRPr sz="900" b="0">
                <a:solidFill>
                  <a:srgbClr val="A8B5C8"/>
                </a:solidFill>
                <a:latin typeface="Arial"/>
                <a:ea typeface="Arial"/>
                <a:cs typeface="Arial"/>
              </a:defRPr>
            </a:lvl9pPr>
          </a:lstStyle>
          <a:p xmlns:a="http://schemas.openxmlformats.org/drawingml/2006/main">
            <a:pPr algn="l">
              <a:lnSpc>
                <a:spcPct val="108000"/>
              </a:lnSpc>
              <a:buNone/>
              <a:defRPr sz="900" b="0">
                <a:solidFill>
                  <a:srgbClr val="A8B5C8"/>
                </a:solidFill>
                <a:latin typeface="Arial"/>
                <a:ea typeface="Arial"/>
                <a:cs typeface="Arial"/>
              </a:defRPr>
            </a:pPr>
            <a:r>
              <a:rPr sz="900" b="0">
                <a:solidFill>
                  <a:srgbClr val="A8B5C8"/>
                </a:solidFill>
                <a:latin typeface="Arial"/>
                <a:ea typeface="Arial"/>
                <a:cs typeface="Arial"/>
              </a:rPr>
              <a:t>24,000 / 24,000 factories</a:t>
            </a:r>
          </a:p>
        </p:txBody>
      </p:sp>
      <p:sp>
        <p:nvSpPr>
          <p:cNvPr id="10" name="">
            <a:extLst xmlns:a="http://schemas.openxmlformats.org/drawingml/2006/main">
              <a:ext uri="{FF2B5EF4-FFF2-40B4-BE49-F238E27FC236}">
                <a16:creationId xmlns:a16="http://schemas.microsoft.com/office/drawing/2014/main" id="{7413FB4E-550A-4137-989D-BF68F15C185B}"/>
              </a:ext>
            </a:extLst>
          </p:cNvPr>
          <p:cNvSpPr>
            <a:spLocks xmlns:a="http://schemas.openxmlformats.org/drawingml/2006/main" noGrp="1"/>
          </p:cNvSpPr>
          <p:nvPr/>
        </p:nvSpPr>
        <p:spPr>
          <a:xfrm xmlns:a="http://schemas.openxmlformats.org/drawingml/2006/main">
            <a:off x="4343400" y="1714500"/>
            <a:ext cx="3505200" cy="1390650"/>
          </a:xfrm>
          <a:prstGeom xmlns:a="http://schemas.openxmlformats.org/drawingml/2006/main" prst="roundRect">
            <a:avLst>
              <a:gd name="adj" fmla="val 11644"/>
            </a:avLst>
          </a:prstGeom>
          <a:solidFill xmlns:a="http://schemas.openxmlformats.org/drawingml/2006/main">
            <a:srgbClr val="1422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B93E747-A1A6-4424-914F-94265D128DA6}"/>
              </a:ext>
            </a:extLst>
          </p:cNvPr>
          <p:cNvSpPr>
            <a:spLocks xmlns:a="http://schemas.openxmlformats.org/drawingml/2006/main" noGrp="1"/>
          </p:cNvSpPr>
          <p:nvPr/>
        </p:nvSpPr>
        <p:spPr>
          <a:xfrm xmlns:a="http://schemas.openxmlformats.org/drawingml/2006/main">
            <a:off x="4552950" y="1885950"/>
            <a:ext cx="308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F2C879"/>
                </a:solidFill>
                <a:latin typeface="Arial"/>
                <a:ea typeface="Arial"/>
                <a:cs typeface="Arial"/>
              </a:defRPr>
            </a:defPPr>
            <a:lvl1pPr algn="l">
              <a:buNone/>
              <a:defRPr sz="3150" b="1">
                <a:solidFill>
                  <a:srgbClr val="F2C879"/>
                </a:solidFill>
                <a:latin typeface="Arial"/>
                <a:ea typeface="Arial"/>
                <a:cs typeface="Arial"/>
              </a:defRPr>
            </a:lvl1pPr>
            <a:lvl2pPr algn="l">
              <a:buNone/>
              <a:defRPr sz="3150" b="1">
                <a:solidFill>
                  <a:srgbClr val="F2C879"/>
                </a:solidFill>
                <a:latin typeface="Arial"/>
                <a:ea typeface="Arial"/>
                <a:cs typeface="Arial"/>
              </a:defRPr>
            </a:lvl2pPr>
            <a:lvl3pPr algn="l">
              <a:buNone/>
              <a:defRPr sz="3150" b="1">
                <a:solidFill>
                  <a:srgbClr val="F2C879"/>
                </a:solidFill>
                <a:latin typeface="Arial"/>
                <a:ea typeface="Arial"/>
                <a:cs typeface="Arial"/>
              </a:defRPr>
            </a:lvl3pPr>
            <a:lvl4pPr algn="l">
              <a:buNone/>
              <a:defRPr sz="3150" b="1">
                <a:solidFill>
                  <a:srgbClr val="F2C879"/>
                </a:solidFill>
                <a:latin typeface="Arial"/>
                <a:ea typeface="Arial"/>
                <a:cs typeface="Arial"/>
              </a:defRPr>
            </a:lvl4pPr>
            <a:lvl5pPr algn="l">
              <a:buNone/>
              <a:defRPr sz="3150" b="1">
                <a:solidFill>
                  <a:srgbClr val="F2C879"/>
                </a:solidFill>
                <a:latin typeface="Arial"/>
                <a:ea typeface="Arial"/>
                <a:cs typeface="Arial"/>
              </a:defRPr>
            </a:lvl5pPr>
            <a:lvl6pPr algn="l">
              <a:buNone/>
              <a:defRPr sz="3150" b="1">
                <a:solidFill>
                  <a:srgbClr val="F2C879"/>
                </a:solidFill>
                <a:latin typeface="Arial"/>
                <a:ea typeface="Arial"/>
                <a:cs typeface="Arial"/>
              </a:defRPr>
            </a:lvl6pPr>
            <a:lvl7pPr algn="l">
              <a:buNone/>
              <a:defRPr sz="3150" b="1">
                <a:solidFill>
                  <a:srgbClr val="F2C879"/>
                </a:solidFill>
                <a:latin typeface="Arial"/>
                <a:ea typeface="Arial"/>
                <a:cs typeface="Arial"/>
              </a:defRPr>
            </a:lvl7pPr>
            <a:lvl8pPr algn="l">
              <a:buNone/>
              <a:defRPr sz="3150" b="1">
                <a:solidFill>
                  <a:srgbClr val="F2C879"/>
                </a:solidFill>
                <a:latin typeface="Arial"/>
                <a:ea typeface="Arial"/>
                <a:cs typeface="Arial"/>
              </a:defRPr>
            </a:lvl8pPr>
            <a:lvl9pPr algn="l">
              <a:buNone/>
              <a:defRPr sz="3150" b="1">
                <a:solidFill>
                  <a:srgbClr val="F2C879"/>
                </a:solidFill>
                <a:latin typeface="Arial"/>
                <a:ea typeface="Arial"/>
                <a:cs typeface="Arial"/>
              </a:defRPr>
            </a:lvl9pPr>
          </a:lstStyle>
          <a:p xmlns:a="http://schemas.openxmlformats.org/drawingml/2006/main">
            <a:pPr algn="l">
              <a:lnSpc>
                <a:spcPct val="108000"/>
              </a:lnSpc>
              <a:buNone/>
              <a:defRPr sz="3150" b="1">
                <a:solidFill>
                  <a:srgbClr val="F2C879"/>
                </a:solidFill>
                <a:latin typeface="Arial"/>
                <a:ea typeface="Arial"/>
                <a:cs typeface="Arial"/>
              </a:defRPr>
            </a:pPr>
            <a:r>
              <a:rPr sz="3150" b="1">
                <a:solidFill>
                  <a:srgbClr val="F2C879"/>
                </a:solidFill>
                <a:latin typeface="Arial"/>
                <a:ea typeface="Arial"/>
                <a:cs typeface="Arial"/>
              </a:rPr>
              <a:t>0%</a:t>
            </a:r>
          </a:p>
        </p:txBody>
      </p:sp>
      <p:sp>
        <p:nvSpPr>
          <p:cNvPr id="12" name="">
            <a:extLst xmlns:a="http://schemas.openxmlformats.org/drawingml/2006/main">
              <a:ext uri="{FF2B5EF4-FFF2-40B4-BE49-F238E27FC236}">
                <a16:creationId xmlns:a16="http://schemas.microsoft.com/office/drawing/2014/main" id="{B11B7600-330E-4A51-A327-92169EF5B06E}"/>
              </a:ext>
            </a:extLst>
          </p:cNvPr>
          <p:cNvSpPr>
            <a:spLocks xmlns:a="http://schemas.openxmlformats.org/drawingml/2006/main" noGrp="1"/>
          </p:cNvSpPr>
          <p:nvPr/>
        </p:nvSpPr>
        <p:spPr>
          <a:xfrm xmlns:a="http://schemas.openxmlformats.org/drawingml/2006/main">
            <a:off x="4552950" y="2438400"/>
            <a:ext cx="3086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5F7FA"/>
                </a:solidFill>
                <a:latin typeface="Arial"/>
                <a:ea typeface="Arial"/>
                <a:cs typeface="Arial"/>
              </a:defRPr>
            </a:defPPr>
            <a:lvl1pPr algn="l">
              <a:buNone/>
              <a:defRPr sz="1200" b="1">
                <a:solidFill>
                  <a:srgbClr val="F5F7FA"/>
                </a:solidFill>
                <a:latin typeface="Arial"/>
                <a:ea typeface="Arial"/>
                <a:cs typeface="Arial"/>
              </a:defRPr>
            </a:lvl1pPr>
            <a:lvl2pPr algn="l">
              <a:buNone/>
              <a:defRPr sz="1200" b="1">
                <a:solidFill>
                  <a:srgbClr val="F5F7FA"/>
                </a:solidFill>
                <a:latin typeface="Arial"/>
                <a:ea typeface="Arial"/>
                <a:cs typeface="Arial"/>
              </a:defRPr>
            </a:lvl2pPr>
            <a:lvl3pPr algn="l">
              <a:buNone/>
              <a:defRPr sz="1200" b="1">
                <a:solidFill>
                  <a:srgbClr val="F5F7FA"/>
                </a:solidFill>
                <a:latin typeface="Arial"/>
                <a:ea typeface="Arial"/>
                <a:cs typeface="Arial"/>
              </a:defRPr>
            </a:lvl3pPr>
            <a:lvl4pPr algn="l">
              <a:buNone/>
              <a:defRPr sz="1200" b="1">
                <a:solidFill>
                  <a:srgbClr val="F5F7FA"/>
                </a:solidFill>
                <a:latin typeface="Arial"/>
                <a:ea typeface="Arial"/>
                <a:cs typeface="Arial"/>
              </a:defRPr>
            </a:lvl4pPr>
            <a:lvl5pPr algn="l">
              <a:buNone/>
              <a:defRPr sz="1200" b="1">
                <a:solidFill>
                  <a:srgbClr val="F5F7FA"/>
                </a:solidFill>
                <a:latin typeface="Arial"/>
                <a:ea typeface="Arial"/>
                <a:cs typeface="Arial"/>
              </a:defRPr>
            </a:lvl5pPr>
            <a:lvl6pPr algn="l">
              <a:buNone/>
              <a:defRPr sz="1200" b="1">
                <a:solidFill>
                  <a:srgbClr val="F5F7FA"/>
                </a:solidFill>
                <a:latin typeface="Arial"/>
                <a:ea typeface="Arial"/>
                <a:cs typeface="Arial"/>
              </a:defRPr>
            </a:lvl6pPr>
            <a:lvl7pPr algn="l">
              <a:buNone/>
              <a:defRPr sz="1200" b="1">
                <a:solidFill>
                  <a:srgbClr val="F5F7FA"/>
                </a:solidFill>
                <a:latin typeface="Arial"/>
                <a:ea typeface="Arial"/>
                <a:cs typeface="Arial"/>
              </a:defRPr>
            </a:lvl7pPr>
            <a:lvl8pPr algn="l">
              <a:buNone/>
              <a:defRPr sz="1200" b="1">
                <a:solidFill>
                  <a:srgbClr val="F5F7FA"/>
                </a:solidFill>
                <a:latin typeface="Arial"/>
                <a:ea typeface="Arial"/>
                <a:cs typeface="Arial"/>
              </a:defRPr>
            </a:lvl8pPr>
            <a:lvl9pPr algn="l">
              <a:buNone/>
              <a:defRPr sz="1200" b="1">
                <a:solidFill>
                  <a:srgbClr val="F5F7FA"/>
                </a:solidFill>
                <a:latin typeface="Arial"/>
                <a:ea typeface="Arial"/>
                <a:cs typeface="Arial"/>
              </a:defRPr>
            </a:lvl9pPr>
          </a:lstStyle>
          <a:p xmlns:a="http://schemas.openxmlformats.org/drawingml/2006/main">
            <a:pPr algn="l">
              <a:lnSpc>
                <a:spcPct val="108000"/>
              </a:lnSpc>
              <a:buNone/>
              <a:defRPr sz="1200" b="1">
                <a:solidFill>
                  <a:srgbClr val="F5F7FA"/>
                </a:solidFill>
                <a:latin typeface="Arial"/>
                <a:ea typeface="Arial"/>
                <a:cs typeface="Arial"/>
              </a:defRPr>
            </a:pPr>
            <a:r>
              <a:rPr sz="1200" b="1">
                <a:solidFill>
                  <a:srgbClr val="F5F7FA"/>
                </a:solidFill>
                <a:latin typeface="Arial"/>
                <a:ea typeface="Arial"/>
                <a:cs typeface="Arial"/>
              </a:rPr>
              <a:t>decoys prioritised</a:t>
            </a:r>
          </a:p>
        </p:txBody>
      </p:sp>
      <p:sp>
        <p:nvSpPr>
          <p:cNvPr id="13" name="">
            <a:extLst xmlns:a="http://schemas.openxmlformats.org/drawingml/2006/main">
              <a:ext uri="{FF2B5EF4-FFF2-40B4-BE49-F238E27FC236}">
                <a16:creationId xmlns:a16="http://schemas.microsoft.com/office/drawing/2014/main" id="{99925CC4-5CF8-4E82-BA09-DC6804F6C887}"/>
              </a:ext>
            </a:extLst>
          </p:cNvPr>
          <p:cNvSpPr>
            <a:spLocks xmlns:a="http://schemas.openxmlformats.org/drawingml/2006/main" noGrp="1"/>
          </p:cNvSpPr>
          <p:nvPr/>
        </p:nvSpPr>
        <p:spPr>
          <a:xfrm xmlns:a="http://schemas.openxmlformats.org/drawingml/2006/main">
            <a:off x="4552950" y="27241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A8B5C8"/>
                </a:solidFill>
                <a:latin typeface="Arial"/>
                <a:ea typeface="Arial"/>
                <a:cs typeface="Arial"/>
              </a:defRPr>
            </a:defPPr>
            <a:lvl1pPr algn="l">
              <a:buNone/>
              <a:defRPr sz="900" b="0">
                <a:solidFill>
                  <a:srgbClr val="A8B5C8"/>
                </a:solidFill>
                <a:latin typeface="Arial"/>
                <a:ea typeface="Arial"/>
                <a:cs typeface="Arial"/>
              </a:defRPr>
            </a:lvl1pPr>
            <a:lvl2pPr algn="l">
              <a:buNone/>
              <a:defRPr sz="900" b="0">
                <a:solidFill>
                  <a:srgbClr val="A8B5C8"/>
                </a:solidFill>
                <a:latin typeface="Arial"/>
                <a:ea typeface="Arial"/>
                <a:cs typeface="Arial"/>
              </a:defRPr>
            </a:lvl2pPr>
            <a:lvl3pPr algn="l">
              <a:buNone/>
              <a:defRPr sz="900" b="0">
                <a:solidFill>
                  <a:srgbClr val="A8B5C8"/>
                </a:solidFill>
                <a:latin typeface="Arial"/>
                <a:ea typeface="Arial"/>
                <a:cs typeface="Arial"/>
              </a:defRPr>
            </a:lvl3pPr>
            <a:lvl4pPr algn="l">
              <a:buNone/>
              <a:defRPr sz="900" b="0">
                <a:solidFill>
                  <a:srgbClr val="A8B5C8"/>
                </a:solidFill>
                <a:latin typeface="Arial"/>
                <a:ea typeface="Arial"/>
                <a:cs typeface="Arial"/>
              </a:defRPr>
            </a:lvl4pPr>
            <a:lvl5pPr algn="l">
              <a:buNone/>
              <a:defRPr sz="900" b="0">
                <a:solidFill>
                  <a:srgbClr val="A8B5C8"/>
                </a:solidFill>
                <a:latin typeface="Arial"/>
                <a:ea typeface="Arial"/>
                <a:cs typeface="Arial"/>
              </a:defRPr>
            </a:lvl5pPr>
            <a:lvl6pPr algn="l">
              <a:buNone/>
              <a:defRPr sz="900" b="0">
                <a:solidFill>
                  <a:srgbClr val="A8B5C8"/>
                </a:solidFill>
                <a:latin typeface="Arial"/>
                <a:ea typeface="Arial"/>
                <a:cs typeface="Arial"/>
              </a:defRPr>
            </a:lvl6pPr>
            <a:lvl7pPr algn="l">
              <a:buNone/>
              <a:defRPr sz="900" b="0">
                <a:solidFill>
                  <a:srgbClr val="A8B5C8"/>
                </a:solidFill>
                <a:latin typeface="Arial"/>
                <a:ea typeface="Arial"/>
                <a:cs typeface="Arial"/>
              </a:defRPr>
            </a:lvl7pPr>
            <a:lvl8pPr algn="l">
              <a:buNone/>
              <a:defRPr sz="900" b="0">
                <a:solidFill>
                  <a:srgbClr val="A8B5C8"/>
                </a:solidFill>
                <a:latin typeface="Arial"/>
                <a:ea typeface="Arial"/>
                <a:cs typeface="Arial"/>
              </a:defRPr>
            </a:lvl8pPr>
            <a:lvl9pPr algn="l">
              <a:buNone/>
              <a:defRPr sz="900" b="0">
                <a:solidFill>
                  <a:srgbClr val="A8B5C8"/>
                </a:solidFill>
                <a:latin typeface="Arial"/>
                <a:ea typeface="Arial"/>
                <a:cs typeface="Arial"/>
              </a:defRPr>
            </a:lvl9pPr>
          </a:lstStyle>
          <a:p xmlns:a="http://schemas.openxmlformats.org/drawingml/2006/main">
            <a:pPr algn="l">
              <a:lnSpc>
                <a:spcPct val="108000"/>
              </a:lnSpc>
              <a:buNone/>
              <a:defRPr sz="900" b="0">
                <a:solidFill>
                  <a:srgbClr val="A8B5C8"/>
                </a:solidFill>
                <a:latin typeface="Arial"/>
                <a:ea typeface="Arial"/>
                <a:cs typeface="Arial"/>
              </a:defRPr>
            </a:pPr>
            <a:r>
              <a:rPr sz="900" b="0">
                <a:solidFill>
                  <a:srgbClr val="A8B5C8"/>
                </a:solidFill>
                <a:latin typeface="Arial"/>
                <a:ea typeface="Arial"/>
                <a:cs typeface="Arial"/>
              </a:rPr>
              <a:t>0 / 24,000 honest decoys</a:t>
            </a:r>
          </a:p>
        </p:txBody>
      </p:sp>
      <p:sp>
        <p:nvSpPr>
          <p:cNvPr id="14" name="">
            <a:extLst xmlns:a="http://schemas.openxmlformats.org/drawingml/2006/main">
              <a:ext uri="{FF2B5EF4-FFF2-40B4-BE49-F238E27FC236}">
                <a16:creationId xmlns:a16="http://schemas.microsoft.com/office/drawing/2014/main" id="{A39AEE55-2C17-4633-B7AC-0AE6A28246ED}"/>
              </a:ext>
            </a:extLst>
          </p:cNvPr>
          <p:cNvSpPr>
            <a:spLocks xmlns:a="http://schemas.openxmlformats.org/drawingml/2006/main" noGrp="1"/>
          </p:cNvSpPr>
          <p:nvPr/>
        </p:nvSpPr>
        <p:spPr>
          <a:xfrm xmlns:a="http://schemas.openxmlformats.org/drawingml/2006/main">
            <a:off x="8077200" y="1714500"/>
            <a:ext cx="3505200" cy="1390650"/>
          </a:xfrm>
          <a:prstGeom xmlns:a="http://schemas.openxmlformats.org/drawingml/2006/main" prst="roundRect">
            <a:avLst>
              <a:gd name="adj" fmla="val 11644"/>
            </a:avLst>
          </a:prstGeom>
          <a:solidFill xmlns:a="http://schemas.openxmlformats.org/drawingml/2006/main">
            <a:srgbClr val="1422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DDB7EC6-4C79-40DF-8CD1-6EB3A3CF5679}"/>
              </a:ext>
            </a:extLst>
          </p:cNvPr>
          <p:cNvSpPr>
            <a:spLocks xmlns:a="http://schemas.openxmlformats.org/drawingml/2006/main" noGrp="1"/>
          </p:cNvSpPr>
          <p:nvPr/>
        </p:nvSpPr>
        <p:spPr>
          <a:xfrm xmlns:a="http://schemas.openxmlformats.org/drawingml/2006/main">
            <a:off x="8286750" y="1885950"/>
            <a:ext cx="308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F5F7FA"/>
                </a:solidFill>
                <a:latin typeface="Arial"/>
                <a:ea typeface="Arial"/>
                <a:cs typeface="Arial"/>
              </a:defRPr>
            </a:defPPr>
            <a:lvl1pPr algn="l">
              <a:buNone/>
              <a:defRPr sz="3150" b="1">
                <a:solidFill>
                  <a:srgbClr val="F5F7FA"/>
                </a:solidFill>
                <a:latin typeface="Arial"/>
                <a:ea typeface="Arial"/>
                <a:cs typeface="Arial"/>
              </a:defRPr>
            </a:lvl1pPr>
            <a:lvl2pPr algn="l">
              <a:buNone/>
              <a:defRPr sz="3150" b="1">
                <a:solidFill>
                  <a:srgbClr val="F5F7FA"/>
                </a:solidFill>
                <a:latin typeface="Arial"/>
                <a:ea typeface="Arial"/>
                <a:cs typeface="Arial"/>
              </a:defRPr>
            </a:lvl2pPr>
            <a:lvl3pPr algn="l">
              <a:buNone/>
              <a:defRPr sz="3150" b="1">
                <a:solidFill>
                  <a:srgbClr val="F5F7FA"/>
                </a:solidFill>
                <a:latin typeface="Arial"/>
                <a:ea typeface="Arial"/>
                <a:cs typeface="Arial"/>
              </a:defRPr>
            </a:lvl3pPr>
            <a:lvl4pPr algn="l">
              <a:buNone/>
              <a:defRPr sz="3150" b="1">
                <a:solidFill>
                  <a:srgbClr val="F5F7FA"/>
                </a:solidFill>
                <a:latin typeface="Arial"/>
                <a:ea typeface="Arial"/>
                <a:cs typeface="Arial"/>
              </a:defRPr>
            </a:lvl4pPr>
            <a:lvl5pPr algn="l">
              <a:buNone/>
              <a:defRPr sz="3150" b="1">
                <a:solidFill>
                  <a:srgbClr val="F5F7FA"/>
                </a:solidFill>
                <a:latin typeface="Arial"/>
                <a:ea typeface="Arial"/>
                <a:cs typeface="Arial"/>
              </a:defRPr>
            </a:lvl5pPr>
            <a:lvl6pPr algn="l">
              <a:buNone/>
              <a:defRPr sz="3150" b="1">
                <a:solidFill>
                  <a:srgbClr val="F5F7FA"/>
                </a:solidFill>
                <a:latin typeface="Arial"/>
                <a:ea typeface="Arial"/>
                <a:cs typeface="Arial"/>
              </a:defRPr>
            </a:lvl6pPr>
            <a:lvl7pPr algn="l">
              <a:buNone/>
              <a:defRPr sz="3150" b="1">
                <a:solidFill>
                  <a:srgbClr val="F5F7FA"/>
                </a:solidFill>
                <a:latin typeface="Arial"/>
                <a:ea typeface="Arial"/>
                <a:cs typeface="Arial"/>
              </a:defRPr>
            </a:lvl7pPr>
            <a:lvl8pPr algn="l">
              <a:buNone/>
              <a:defRPr sz="3150" b="1">
                <a:solidFill>
                  <a:srgbClr val="F5F7FA"/>
                </a:solidFill>
                <a:latin typeface="Arial"/>
                <a:ea typeface="Arial"/>
                <a:cs typeface="Arial"/>
              </a:defRPr>
            </a:lvl8pPr>
            <a:lvl9pPr algn="l">
              <a:buNone/>
              <a:defRPr sz="3150" b="1">
                <a:solidFill>
                  <a:srgbClr val="F5F7FA"/>
                </a:solidFill>
                <a:latin typeface="Arial"/>
                <a:ea typeface="Arial"/>
                <a:cs typeface="Arial"/>
              </a:defRPr>
            </a:lvl9pPr>
          </a:lstStyle>
          <a:p xmlns:a="http://schemas.openxmlformats.org/drawingml/2006/main">
            <a:pPr algn="l">
              <a:lnSpc>
                <a:spcPct val="108000"/>
              </a:lnSpc>
              <a:buNone/>
              <a:defRPr sz="3150" b="1">
                <a:solidFill>
                  <a:srgbClr val="F5F7FA"/>
                </a:solidFill>
                <a:latin typeface="Arial"/>
                <a:ea typeface="Arial"/>
                <a:cs typeface="Arial"/>
              </a:defRPr>
            </a:pPr>
            <a:r>
              <a:rPr sz="3150" b="1">
                <a:solidFill>
                  <a:srgbClr val="F5F7FA"/>
                </a:solidFill>
                <a:latin typeface="Arial"/>
                <a:ea typeface="Arial"/>
                <a:cs typeface="Arial"/>
              </a:rPr>
              <a:t>1.407 s</a:t>
            </a:r>
          </a:p>
        </p:txBody>
      </p:sp>
      <p:sp>
        <p:nvSpPr>
          <p:cNvPr id="16" name="">
            <a:extLst xmlns:a="http://schemas.openxmlformats.org/drawingml/2006/main">
              <a:ext uri="{FF2B5EF4-FFF2-40B4-BE49-F238E27FC236}">
                <a16:creationId xmlns:a16="http://schemas.microsoft.com/office/drawing/2014/main" id="{A0D7159B-B555-4A07-9ABA-602CE574B20A}"/>
              </a:ext>
            </a:extLst>
          </p:cNvPr>
          <p:cNvSpPr>
            <a:spLocks xmlns:a="http://schemas.openxmlformats.org/drawingml/2006/main" noGrp="1"/>
          </p:cNvSpPr>
          <p:nvPr/>
        </p:nvSpPr>
        <p:spPr>
          <a:xfrm xmlns:a="http://schemas.openxmlformats.org/drawingml/2006/main">
            <a:off x="8286750" y="2438400"/>
            <a:ext cx="3086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5F7FA"/>
                </a:solidFill>
                <a:latin typeface="Arial"/>
                <a:ea typeface="Arial"/>
                <a:cs typeface="Arial"/>
              </a:defRPr>
            </a:defPPr>
            <a:lvl1pPr algn="l">
              <a:buNone/>
              <a:defRPr sz="1200" b="1">
                <a:solidFill>
                  <a:srgbClr val="F5F7FA"/>
                </a:solidFill>
                <a:latin typeface="Arial"/>
                <a:ea typeface="Arial"/>
                <a:cs typeface="Arial"/>
              </a:defRPr>
            </a:lvl1pPr>
            <a:lvl2pPr algn="l">
              <a:buNone/>
              <a:defRPr sz="1200" b="1">
                <a:solidFill>
                  <a:srgbClr val="F5F7FA"/>
                </a:solidFill>
                <a:latin typeface="Arial"/>
                <a:ea typeface="Arial"/>
                <a:cs typeface="Arial"/>
              </a:defRPr>
            </a:lvl2pPr>
            <a:lvl3pPr algn="l">
              <a:buNone/>
              <a:defRPr sz="1200" b="1">
                <a:solidFill>
                  <a:srgbClr val="F5F7FA"/>
                </a:solidFill>
                <a:latin typeface="Arial"/>
                <a:ea typeface="Arial"/>
                <a:cs typeface="Arial"/>
              </a:defRPr>
            </a:lvl3pPr>
            <a:lvl4pPr algn="l">
              <a:buNone/>
              <a:defRPr sz="1200" b="1">
                <a:solidFill>
                  <a:srgbClr val="F5F7FA"/>
                </a:solidFill>
                <a:latin typeface="Arial"/>
                <a:ea typeface="Arial"/>
                <a:cs typeface="Arial"/>
              </a:defRPr>
            </a:lvl4pPr>
            <a:lvl5pPr algn="l">
              <a:buNone/>
              <a:defRPr sz="1200" b="1">
                <a:solidFill>
                  <a:srgbClr val="F5F7FA"/>
                </a:solidFill>
                <a:latin typeface="Arial"/>
                <a:ea typeface="Arial"/>
                <a:cs typeface="Arial"/>
              </a:defRPr>
            </a:lvl5pPr>
            <a:lvl6pPr algn="l">
              <a:buNone/>
              <a:defRPr sz="1200" b="1">
                <a:solidFill>
                  <a:srgbClr val="F5F7FA"/>
                </a:solidFill>
                <a:latin typeface="Arial"/>
                <a:ea typeface="Arial"/>
                <a:cs typeface="Arial"/>
              </a:defRPr>
            </a:lvl6pPr>
            <a:lvl7pPr algn="l">
              <a:buNone/>
              <a:defRPr sz="1200" b="1">
                <a:solidFill>
                  <a:srgbClr val="F5F7FA"/>
                </a:solidFill>
                <a:latin typeface="Arial"/>
                <a:ea typeface="Arial"/>
                <a:cs typeface="Arial"/>
              </a:defRPr>
            </a:lvl7pPr>
            <a:lvl8pPr algn="l">
              <a:buNone/>
              <a:defRPr sz="1200" b="1">
                <a:solidFill>
                  <a:srgbClr val="F5F7FA"/>
                </a:solidFill>
                <a:latin typeface="Arial"/>
                <a:ea typeface="Arial"/>
                <a:cs typeface="Arial"/>
              </a:defRPr>
            </a:lvl8pPr>
            <a:lvl9pPr algn="l">
              <a:buNone/>
              <a:defRPr sz="1200" b="1">
                <a:solidFill>
                  <a:srgbClr val="F5F7FA"/>
                </a:solidFill>
                <a:latin typeface="Arial"/>
                <a:ea typeface="Arial"/>
                <a:cs typeface="Arial"/>
              </a:defRPr>
            </a:lvl9pPr>
          </a:lstStyle>
          <a:p xmlns:a="http://schemas.openxmlformats.org/drawingml/2006/main">
            <a:pPr algn="l">
              <a:lnSpc>
                <a:spcPct val="108000"/>
              </a:lnSpc>
              <a:buNone/>
              <a:defRPr sz="1200" b="1">
                <a:solidFill>
                  <a:srgbClr val="F5F7FA"/>
                </a:solidFill>
                <a:latin typeface="Arial"/>
                <a:ea typeface="Arial"/>
                <a:cs typeface="Arial"/>
              </a:defRPr>
            </a:pPr>
            <a:r>
              <a:rPr sz="1200" b="1">
                <a:solidFill>
                  <a:srgbClr val="F5F7FA"/>
                </a:solidFill>
                <a:latin typeface="Arial"/>
                <a:ea typeface="Arial"/>
                <a:cs typeface="Arial"/>
              </a:rPr>
              <a:t>priority query</a:t>
            </a:r>
          </a:p>
        </p:txBody>
      </p:sp>
      <p:sp>
        <p:nvSpPr>
          <p:cNvPr id="17" name="">
            <a:extLst xmlns:a="http://schemas.openxmlformats.org/drawingml/2006/main">
              <a:ext uri="{FF2B5EF4-FFF2-40B4-BE49-F238E27FC236}">
                <a16:creationId xmlns:a16="http://schemas.microsoft.com/office/drawing/2014/main" id="{9492F565-8627-4DCA-AA16-A5E7B5FD40C5}"/>
              </a:ext>
            </a:extLst>
          </p:cNvPr>
          <p:cNvSpPr>
            <a:spLocks xmlns:a="http://schemas.openxmlformats.org/drawingml/2006/main" noGrp="1"/>
          </p:cNvSpPr>
          <p:nvPr/>
        </p:nvSpPr>
        <p:spPr>
          <a:xfrm xmlns:a="http://schemas.openxmlformats.org/drawingml/2006/main">
            <a:off x="8286750" y="27241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A8B5C8"/>
                </a:solidFill>
                <a:latin typeface="Arial"/>
                <a:ea typeface="Arial"/>
                <a:cs typeface="Arial"/>
              </a:defRPr>
            </a:defPPr>
            <a:lvl1pPr algn="l">
              <a:buNone/>
              <a:defRPr sz="900" b="0">
                <a:solidFill>
                  <a:srgbClr val="A8B5C8"/>
                </a:solidFill>
                <a:latin typeface="Arial"/>
                <a:ea typeface="Arial"/>
                <a:cs typeface="Arial"/>
              </a:defRPr>
            </a:lvl1pPr>
            <a:lvl2pPr algn="l">
              <a:buNone/>
              <a:defRPr sz="900" b="0">
                <a:solidFill>
                  <a:srgbClr val="A8B5C8"/>
                </a:solidFill>
                <a:latin typeface="Arial"/>
                <a:ea typeface="Arial"/>
                <a:cs typeface="Arial"/>
              </a:defRPr>
            </a:lvl2pPr>
            <a:lvl3pPr algn="l">
              <a:buNone/>
              <a:defRPr sz="900" b="0">
                <a:solidFill>
                  <a:srgbClr val="A8B5C8"/>
                </a:solidFill>
                <a:latin typeface="Arial"/>
                <a:ea typeface="Arial"/>
                <a:cs typeface="Arial"/>
              </a:defRPr>
            </a:lvl3pPr>
            <a:lvl4pPr algn="l">
              <a:buNone/>
              <a:defRPr sz="900" b="0">
                <a:solidFill>
                  <a:srgbClr val="A8B5C8"/>
                </a:solidFill>
                <a:latin typeface="Arial"/>
                <a:ea typeface="Arial"/>
                <a:cs typeface="Arial"/>
              </a:defRPr>
            </a:lvl4pPr>
            <a:lvl5pPr algn="l">
              <a:buNone/>
              <a:defRPr sz="900" b="0">
                <a:solidFill>
                  <a:srgbClr val="A8B5C8"/>
                </a:solidFill>
                <a:latin typeface="Arial"/>
                <a:ea typeface="Arial"/>
                <a:cs typeface="Arial"/>
              </a:defRPr>
            </a:lvl5pPr>
            <a:lvl6pPr algn="l">
              <a:buNone/>
              <a:defRPr sz="900" b="0">
                <a:solidFill>
                  <a:srgbClr val="A8B5C8"/>
                </a:solidFill>
                <a:latin typeface="Arial"/>
                <a:ea typeface="Arial"/>
                <a:cs typeface="Arial"/>
              </a:defRPr>
            </a:lvl6pPr>
            <a:lvl7pPr algn="l">
              <a:buNone/>
              <a:defRPr sz="900" b="0">
                <a:solidFill>
                  <a:srgbClr val="A8B5C8"/>
                </a:solidFill>
                <a:latin typeface="Arial"/>
                <a:ea typeface="Arial"/>
                <a:cs typeface="Arial"/>
              </a:defRPr>
            </a:lvl7pPr>
            <a:lvl8pPr algn="l">
              <a:buNone/>
              <a:defRPr sz="900" b="0">
                <a:solidFill>
                  <a:srgbClr val="A8B5C8"/>
                </a:solidFill>
                <a:latin typeface="Arial"/>
                <a:ea typeface="Arial"/>
                <a:cs typeface="Arial"/>
              </a:defRPr>
            </a:lvl8pPr>
            <a:lvl9pPr algn="l">
              <a:buNone/>
              <a:defRPr sz="900" b="0">
                <a:solidFill>
                  <a:srgbClr val="A8B5C8"/>
                </a:solidFill>
                <a:latin typeface="Arial"/>
                <a:ea typeface="Arial"/>
                <a:cs typeface="Arial"/>
              </a:defRPr>
            </a:lvl9pPr>
          </a:lstStyle>
          <a:p xmlns:a="http://schemas.openxmlformats.org/drawingml/2006/main">
            <a:pPr algn="l">
              <a:lnSpc>
                <a:spcPct val="108000"/>
              </a:lnSpc>
              <a:buNone/>
              <a:defRPr sz="900" b="0">
                <a:solidFill>
                  <a:srgbClr val="A8B5C8"/>
                </a:solidFill>
                <a:latin typeface="Arial"/>
                <a:ea typeface="Arial"/>
                <a:cs typeface="Arial"/>
              </a:defRPr>
            </a:pPr>
            <a:r>
              <a:rPr sz="900" b="0">
                <a:solidFill>
                  <a:srgbClr val="A8B5C8"/>
                </a:solidFill>
                <a:latin typeface="Arial"/>
                <a:ea typeface="Arial"/>
                <a:cs typeface="Arial"/>
              </a:rPr>
              <a:t>72,000 factory-month cases</a:t>
            </a:r>
          </a:p>
        </p:txBody>
      </p:sp>
      <p:sp>
        <p:nvSpPr>
          <p:cNvPr id="18" name="">
            <a:extLst xmlns:a="http://schemas.openxmlformats.org/drawingml/2006/main">
              <a:ext uri="{FF2B5EF4-FFF2-40B4-BE49-F238E27FC236}">
                <a16:creationId xmlns:a16="http://schemas.microsoft.com/office/drawing/2014/main" id="{691FC40B-97B6-4E76-BAF8-837A8C59B17B}"/>
              </a:ext>
            </a:extLst>
          </p:cNvPr>
          <p:cNvSpPr>
            <a:spLocks xmlns:a="http://schemas.openxmlformats.org/drawingml/2006/main" noGrp="1"/>
          </p:cNvSpPr>
          <p:nvPr/>
        </p:nvSpPr>
        <p:spPr>
          <a:xfrm xmlns:a="http://schemas.openxmlformats.org/drawingml/2006/main">
            <a:off x="609600" y="3476625"/>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3E6BE"/>
                </a:solidFill>
                <a:latin typeface="Arial"/>
                <a:ea typeface="Arial"/>
                <a:cs typeface="Arial"/>
              </a:defRPr>
            </a:defPPr>
            <a:lvl1pPr algn="l">
              <a:buNone/>
              <a:defRPr sz="975" b="1">
                <a:solidFill>
                  <a:srgbClr val="63E6BE"/>
                </a:solidFill>
                <a:latin typeface="Arial"/>
                <a:ea typeface="Arial"/>
                <a:cs typeface="Arial"/>
              </a:defRPr>
            </a:lvl1pPr>
            <a:lvl2pPr algn="l">
              <a:buNone/>
              <a:defRPr sz="975" b="1">
                <a:solidFill>
                  <a:srgbClr val="63E6BE"/>
                </a:solidFill>
                <a:latin typeface="Arial"/>
                <a:ea typeface="Arial"/>
                <a:cs typeface="Arial"/>
              </a:defRPr>
            </a:lvl2pPr>
            <a:lvl3pPr algn="l">
              <a:buNone/>
              <a:defRPr sz="975" b="1">
                <a:solidFill>
                  <a:srgbClr val="63E6BE"/>
                </a:solidFill>
                <a:latin typeface="Arial"/>
                <a:ea typeface="Arial"/>
                <a:cs typeface="Arial"/>
              </a:defRPr>
            </a:lvl3pPr>
            <a:lvl4pPr algn="l">
              <a:buNone/>
              <a:defRPr sz="975" b="1">
                <a:solidFill>
                  <a:srgbClr val="63E6BE"/>
                </a:solidFill>
                <a:latin typeface="Arial"/>
                <a:ea typeface="Arial"/>
                <a:cs typeface="Arial"/>
              </a:defRPr>
            </a:lvl4pPr>
            <a:lvl5pPr algn="l">
              <a:buNone/>
              <a:defRPr sz="975" b="1">
                <a:solidFill>
                  <a:srgbClr val="63E6BE"/>
                </a:solidFill>
                <a:latin typeface="Arial"/>
                <a:ea typeface="Arial"/>
                <a:cs typeface="Arial"/>
              </a:defRPr>
            </a:lvl5pPr>
            <a:lvl6pPr algn="l">
              <a:buNone/>
              <a:defRPr sz="975" b="1">
                <a:solidFill>
                  <a:srgbClr val="63E6BE"/>
                </a:solidFill>
                <a:latin typeface="Arial"/>
                <a:ea typeface="Arial"/>
                <a:cs typeface="Arial"/>
              </a:defRPr>
            </a:lvl6pPr>
            <a:lvl7pPr algn="l">
              <a:buNone/>
              <a:defRPr sz="975" b="1">
                <a:solidFill>
                  <a:srgbClr val="63E6BE"/>
                </a:solidFill>
                <a:latin typeface="Arial"/>
                <a:ea typeface="Arial"/>
                <a:cs typeface="Arial"/>
              </a:defRPr>
            </a:lvl7pPr>
            <a:lvl8pPr algn="l">
              <a:buNone/>
              <a:defRPr sz="975" b="1">
                <a:solidFill>
                  <a:srgbClr val="63E6BE"/>
                </a:solidFill>
                <a:latin typeface="Arial"/>
                <a:ea typeface="Arial"/>
                <a:cs typeface="Arial"/>
              </a:defRPr>
            </a:lvl8pPr>
            <a:lvl9pPr algn="l">
              <a:buNone/>
              <a:defRPr sz="975" b="1">
                <a:solidFill>
                  <a:srgbClr val="63E6BE"/>
                </a:solidFill>
                <a:latin typeface="Arial"/>
                <a:ea typeface="Arial"/>
                <a:cs typeface="Arial"/>
              </a:defRPr>
            </a:lvl9pPr>
          </a:lstStyle>
          <a:p xmlns:a="http://schemas.openxmlformats.org/drawingml/2006/main">
            <a:pPr algn="l">
              <a:lnSpc>
                <a:spcPct val="108000"/>
              </a:lnSpc>
              <a:buNone/>
              <a:defRPr sz="975" b="1">
                <a:solidFill>
                  <a:srgbClr val="63E6BE"/>
                </a:solidFill>
                <a:latin typeface="Arial"/>
                <a:ea typeface="Arial"/>
                <a:cs typeface="Arial"/>
              </a:defRPr>
            </a:pPr>
            <a:r>
              <a:rPr sz="975" b="1">
                <a:solidFill>
                  <a:srgbClr val="63E6BE"/>
                </a:solidFill>
                <a:latin typeface="Arial"/>
                <a:ea typeface="Arial"/>
                <a:cs typeface="Arial"/>
              </a:rPr>
              <a:t>FULL-SCALE DATASET</a:t>
            </a:r>
          </a:p>
        </p:txBody>
      </p:sp>
      <p:sp>
        <p:nvSpPr>
          <p:cNvPr id="19" name="">
            <a:extLst xmlns:a="http://schemas.openxmlformats.org/drawingml/2006/main">
              <a:ext uri="{FF2B5EF4-FFF2-40B4-BE49-F238E27FC236}">
                <a16:creationId xmlns:a16="http://schemas.microsoft.com/office/drawing/2014/main" id="{C2DC3A09-1D84-42DB-90A5-63FD6D26D6D7}"/>
              </a:ext>
            </a:extLst>
          </p:cNvPr>
          <p:cNvSpPr>
            <a:spLocks xmlns:a="http://schemas.openxmlformats.org/drawingml/2006/main" noGrp="1"/>
          </p:cNvSpPr>
          <p:nvPr/>
        </p:nvSpPr>
        <p:spPr>
          <a:xfrm xmlns:a="http://schemas.openxmlformats.org/drawingml/2006/main">
            <a:off x="609600" y="3857625"/>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7FA"/>
                </a:solidFill>
                <a:latin typeface="Arial"/>
                <a:ea typeface="Arial"/>
                <a:cs typeface="Arial"/>
              </a:defRPr>
            </a:defPPr>
            <a:lvl1pPr algn="l">
              <a:buNone/>
              <a:defRPr sz="1875" b="1">
                <a:solidFill>
                  <a:srgbClr val="F5F7FA"/>
                </a:solidFill>
                <a:latin typeface="Arial"/>
                <a:ea typeface="Arial"/>
                <a:cs typeface="Arial"/>
              </a:defRPr>
            </a:lvl1pPr>
            <a:lvl2pPr algn="l">
              <a:buNone/>
              <a:defRPr sz="1875" b="1">
                <a:solidFill>
                  <a:srgbClr val="F5F7FA"/>
                </a:solidFill>
                <a:latin typeface="Arial"/>
                <a:ea typeface="Arial"/>
                <a:cs typeface="Arial"/>
              </a:defRPr>
            </a:lvl2pPr>
            <a:lvl3pPr algn="l">
              <a:buNone/>
              <a:defRPr sz="1875" b="1">
                <a:solidFill>
                  <a:srgbClr val="F5F7FA"/>
                </a:solidFill>
                <a:latin typeface="Arial"/>
                <a:ea typeface="Arial"/>
                <a:cs typeface="Arial"/>
              </a:defRPr>
            </a:lvl3pPr>
            <a:lvl4pPr algn="l">
              <a:buNone/>
              <a:defRPr sz="1875" b="1">
                <a:solidFill>
                  <a:srgbClr val="F5F7FA"/>
                </a:solidFill>
                <a:latin typeface="Arial"/>
                <a:ea typeface="Arial"/>
                <a:cs typeface="Arial"/>
              </a:defRPr>
            </a:lvl4pPr>
            <a:lvl5pPr algn="l">
              <a:buNone/>
              <a:defRPr sz="1875" b="1">
                <a:solidFill>
                  <a:srgbClr val="F5F7FA"/>
                </a:solidFill>
                <a:latin typeface="Arial"/>
                <a:ea typeface="Arial"/>
                <a:cs typeface="Arial"/>
              </a:defRPr>
            </a:lvl5pPr>
            <a:lvl6pPr algn="l">
              <a:buNone/>
              <a:defRPr sz="1875" b="1">
                <a:solidFill>
                  <a:srgbClr val="F5F7FA"/>
                </a:solidFill>
                <a:latin typeface="Arial"/>
                <a:ea typeface="Arial"/>
                <a:cs typeface="Arial"/>
              </a:defRPr>
            </a:lvl6pPr>
            <a:lvl7pPr algn="l">
              <a:buNone/>
              <a:defRPr sz="1875" b="1">
                <a:solidFill>
                  <a:srgbClr val="F5F7FA"/>
                </a:solidFill>
                <a:latin typeface="Arial"/>
                <a:ea typeface="Arial"/>
                <a:cs typeface="Arial"/>
              </a:defRPr>
            </a:lvl7pPr>
            <a:lvl8pPr algn="l">
              <a:buNone/>
              <a:defRPr sz="1875" b="1">
                <a:solidFill>
                  <a:srgbClr val="F5F7FA"/>
                </a:solidFill>
                <a:latin typeface="Arial"/>
                <a:ea typeface="Arial"/>
                <a:cs typeface="Arial"/>
              </a:defRPr>
            </a:lvl8pPr>
            <a:lvl9pPr algn="l">
              <a:buNone/>
              <a:defRPr sz="1875" b="1">
                <a:solidFill>
                  <a:srgbClr val="F5F7FA"/>
                </a:solidFill>
                <a:latin typeface="Arial"/>
                <a:ea typeface="Arial"/>
                <a:cs typeface="Arial"/>
              </a:defRPr>
            </a:lvl9pPr>
          </a:lstStyle>
          <a:p xmlns:a="http://schemas.openxmlformats.org/drawingml/2006/main">
            <a:pPr algn="l">
              <a:lnSpc>
                <a:spcPct val="108000"/>
              </a:lnSpc>
              <a:buNone/>
              <a:defRPr sz="1875" b="1">
                <a:solidFill>
                  <a:srgbClr val="F5F7FA"/>
                </a:solidFill>
                <a:latin typeface="Arial"/>
                <a:ea typeface="Arial"/>
                <a:cs typeface="Arial"/>
              </a:defRPr>
            </a:pPr>
            <a:r>
              <a:rPr sz="1875" b="1">
                <a:solidFill>
                  <a:srgbClr val="F5F7FA"/>
                </a:solidFill>
                <a:latin typeface="Arial"/>
                <a:ea typeface="Arial"/>
                <a:cs typeface="Arial"/>
              </a:rPr>
              <a:t>120,000 factories</a:t>
            </a:r>
          </a:p>
        </p:txBody>
      </p:sp>
      <p:sp>
        <p:nvSpPr>
          <p:cNvPr id="20" name="">
            <a:extLst xmlns:a="http://schemas.openxmlformats.org/drawingml/2006/main">
              <a:ext uri="{FF2B5EF4-FFF2-40B4-BE49-F238E27FC236}">
                <a16:creationId xmlns:a16="http://schemas.microsoft.com/office/drawing/2014/main" id="{A662D3AE-9D79-40FD-AF7A-59061BA56664}"/>
              </a:ext>
            </a:extLst>
          </p:cNvPr>
          <p:cNvSpPr>
            <a:spLocks xmlns:a="http://schemas.openxmlformats.org/drawingml/2006/main" noGrp="1"/>
          </p:cNvSpPr>
          <p:nvPr/>
        </p:nvSpPr>
        <p:spPr>
          <a:xfrm xmlns:a="http://schemas.openxmlformats.org/drawingml/2006/main">
            <a:off x="609600" y="4295775"/>
            <a:ext cx="381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360,000 factory-months</a:t>
            </a:r>
          </a:p>
        </p:txBody>
      </p:sp>
      <p:sp>
        <p:nvSpPr>
          <p:cNvPr id="21" name="">
            <a:extLst xmlns:a="http://schemas.openxmlformats.org/drawingml/2006/main">
              <a:ext uri="{FF2B5EF4-FFF2-40B4-BE49-F238E27FC236}">
                <a16:creationId xmlns:a16="http://schemas.microsoft.com/office/drawing/2014/main" id="{5095E209-0B22-467E-ABBA-FBCF66ADAAC6}"/>
              </a:ext>
            </a:extLst>
          </p:cNvPr>
          <p:cNvSpPr>
            <a:spLocks xmlns:a="http://schemas.openxmlformats.org/drawingml/2006/main" noGrp="1"/>
          </p:cNvSpPr>
          <p:nvPr/>
        </p:nvSpPr>
        <p:spPr>
          <a:xfrm xmlns:a="http://schemas.openxmlformats.org/drawingml/2006/main">
            <a:off x="609600" y="46863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5F7FA"/>
                </a:solidFill>
                <a:latin typeface="Arial"/>
                <a:ea typeface="Arial"/>
                <a:cs typeface="Arial"/>
              </a:defRPr>
            </a:defPPr>
            <a:lvl1pPr algn="l">
              <a:buNone/>
              <a:defRPr sz="1500" b="1">
                <a:solidFill>
                  <a:srgbClr val="F5F7FA"/>
                </a:solidFill>
                <a:latin typeface="Arial"/>
                <a:ea typeface="Arial"/>
                <a:cs typeface="Arial"/>
              </a:defRPr>
            </a:lvl1pPr>
            <a:lvl2pPr algn="l">
              <a:buNone/>
              <a:defRPr sz="1500" b="1">
                <a:solidFill>
                  <a:srgbClr val="F5F7FA"/>
                </a:solidFill>
                <a:latin typeface="Arial"/>
                <a:ea typeface="Arial"/>
                <a:cs typeface="Arial"/>
              </a:defRPr>
            </a:lvl2pPr>
            <a:lvl3pPr algn="l">
              <a:buNone/>
              <a:defRPr sz="1500" b="1">
                <a:solidFill>
                  <a:srgbClr val="F5F7FA"/>
                </a:solidFill>
                <a:latin typeface="Arial"/>
                <a:ea typeface="Arial"/>
                <a:cs typeface="Arial"/>
              </a:defRPr>
            </a:lvl3pPr>
            <a:lvl4pPr algn="l">
              <a:buNone/>
              <a:defRPr sz="1500" b="1">
                <a:solidFill>
                  <a:srgbClr val="F5F7FA"/>
                </a:solidFill>
                <a:latin typeface="Arial"/>
                <a:ea typeface="Arial"/>
                <a:cs typeface="Arial"/>
              </a:defRPr>
            </a:lvl4pPr>
            <a:lvl5pPr algn="l">
              <a:buNone/>
              <a:defRPr sz="1500" b="1">
                <a:solidFill>
                  <a:srgbClr val="F5F7FA"/>
                </a:solidFill>
                <a:latin typeface="Arial"/>
                <a:ea typeface="Arial"/>
                <a:cs typeface="Arial"/>
              </a:defRPr>
            </a:lvl5pPr>
            <a:lvl6pPr algn="l">
              <a:buNone/>
              <a:defRPr sz="1500" b="1">
                <a:solidFill>
                  <a:srgbClr val="F5F7FA"/>
                </a:solidFill>
                <a:latin typeface="Arial"/>
                <a:ea typeface="Arial"/>
                <a:cs typeface="Arial"/>
              </a:defRPr>
            </a:lvl6pPr>
            <a:lvl7pPr algn="l">
              <a:buNone/>
              <a:defRPr sz="1500" b="1">
                <a:solidFill>
                  <a:srgbClr val="F5F7FA"/>
                </a:solidFill>
                <a:latin typeface="Arial"/>
                <a:ea typeface="Arial"/>
                <a:cs typeface="Arial"/>
              </a:defRPr>
            </a:lvl7pPr>
            <a:lvl8pPr algn="l">
              <a:buNone/>
              <a:defRPr sz="1500" b="1">
                <a:solidFill>
                  <a:srgbClr val="F5F7FA"/>
                </a:solidFill>
                <a:latin typeface="Arial"/>
                <a:ea typeface="Arial"/>
                <a:cs typeface="Arial"/>
              </a:defRPr>
            </a:lvl8pPr>
            <a:lvl9pPr algn="l">
              <a:buNone/>
              <a:defRPr sz="1500" b="1">
                <a:solidFill>
                  <a:srgbClr val="F5F7FA"/>
                </a:solidFill>
                <a:latin typeface="Arial"/>
                <a:ea typeface="Arial"/>
                <a:cs typeface="Arial"/>
              </a:defRPr>
            </a:lvl9pPr>
          </a:lstStyle>
          <a:p xmlns:a="http://schemas.openxmlformats.org/drawingml/2006/main">
            <a:pPr algn="l">
              <a:lnSpc>
                <a:spcPct val="108000"/>
              </a:lnSpc>
              <a:buNone/>
              <a:defRPr sz="1500" b="1">
                <a:solidFill>
                  <a:srgbClr val="F5F7FA"/>
                </a:solidFill>
                <a:latin typeface="Arial"/>
                <a:ea typeface="Arial"/>
                <a:cs typeface="Arial"/>
              </a:defRPr>
            </a:pPr>
            <a:r>
              <a:rPr sz="1500" b="1">
                <a:solidFill>
                  <a:srgbClr val="F5F7FA"/>
                </a:solidFill>
                <a:latin typeface="Arial"/>
                <a:ea typeface="Arial"/>
                <a:cs typeface="Arial"/>
              </a:rPr>
              <a:t>2,510,000 evidence rows</a:t>
            </a:r>
          </a:p>
        </p:txBody>
      </p:sp>
      <p:sp>
        <p:nvSpPr>
          <p:cNvPr id="22" name="">
            <a:extLst xmlns:a="http://schemas.openxmlformats.org/drawingml/2006/main">
              <a:ext uri="{FF2B5EF4-FFF2-40B4-BE49-F238E27FC236}">
                <a16:creationId xmlns:a16="http://schemas.microsoft.com/office/drawing/2014/main" id="{455A994A-FD0D-4F1E-9E49-A13CC3E0259C}"/>
              </a:ext>
            </a:extLst>
          </p:cNvPr>
          <p:cNvSpPr>
            <a:spLocks xmlns:a="http://schemas.openxmlformats.org/drawingml/2006/main" noGrp="1"/>
          </p:cNvSpPr>
          <p:nvPr/>
        </p:nvSpPr>
        <p:spPr>
          <a:xfrm xmlns:a="http://schemas.openxmlformats.org/drawingml/2006/main">
            <a:off x="5143500" y="3467100"/>
            <a:ext cx="6419850" cy="1752600"/>
          </a:xfrm>
          <a:prstGeom xmlns:a="http://schemas.openxmlformats.org/drawingml/2006/main" prst="roundRect">
            <a:avLst>
              <a:gd name="adj" fmla="val 8696"/>
            </a:avLst>
          </a:prstGeom>
          <a:solidFill xmlns:a="http://schemas.openxmlformats.org/drawingml/2006/main">
            <a:srgbClr val="14223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6811CF1-C075-4E16-93E9-CDC501307C93}"/>
              </a:ext>
            </a:extLst>
          </p:cNvPr>
          <p:cNvSpPr>
            <a:spLocks xmlns:a="http://schemas.openxmlformats.org/drawingml/2006/main" noGrp="1"/>
          </p:cNvSpPr>
          <p:nvPr/>
        </p:nvSpPr>
        <p:spPr>
          <a:xfrm xmlns:a="http://schemas.openxmlformats.org/drawingml/2006/main">
            <a:off x="5391150" y="3638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63E6BE"/>
                </a:solidFill>
                <a:latin typeface="Arial"/>
                <a:ea typeface="Arial"/>
                <a:cs typeface="Arial"/>
              </a:defRPr>
            </a:defPPr>
            <a:lvl1pPr algn="l">
              <a:buNone/>
              <a:defRPr sz="975" b="1">
                <a:solidFill>
                  <a:srgbClr val="63E6BE"/>
                </a:solidFill>
                <a:latin typeface="Arial"/>
                <a:ea typeface="Arial"/>
                <a:cs typeface="Arial"/>
              </a:defRPr>
            </a:lvl1pPr>
            <a:lvl2pPr algn="l">
              <a:buNone/>
              <a:defRPr sz="975" b="1">
                <a:solidFill>
                  <a:srgbClr val="63E6BE"/>
                </a:solidFill>
                <a:latin typeface="Arial"/>
                <a:ea typeface="Arial"/>
                <a:cs typeface="Arial"/>
              </a:defRPr>
            </a:lvl2pPr>
            <a:lvl3pPr algn="l">
              <a:buNone/>
              <a:defRPr sz="975" b="1">
                <a:solidFill>
                  <a:srgbClr val="63E6BE"/>
                </a:solidFill>
                <a:latin typeface="Arial"/>
                <a:ea typeface="Arial"/>
                <a:cs typeface="Arial"/>
              </a:defRPr>
            </a:lvl3pPr>
            <a:lvl4pPr algn="l">
              <a:buNone/>
              <a:defRPr sz="975" b="1">
                <a:solidFill>
                  <a:srgbClr val="63E6BE"/>
                </a:solidFill>
                <a:latin typeface="Arial"/>
                <a:ea typeface="Arial"/>
                <a:cs typeface="Arial"/>
              </a:defRPr>
            </a:lvl4pPr>
            <a:lvl5pPr algn="l">
              <a:buNone/>
              <a:defRPr sz="975" b="1">
                <a:solidFill>
                  <a:srgbClr val="63E6BE"/>
                </a:solidFill>
                <a:latin typeface="Arial"/>
                <a:ea typeface="Arial"/>
                <a:cs typeface="Arial"/>
              </a:defRPr>
            </a:lvl5pPr>
            <a:lvl6pPr algn="l">
              <a:buNone/>
              <a:defRPr sz="975" b="1">
                <a:solidFill>
                  <a:srgbClr val="63E6BE"/>
                </a:solidFill>
                <a:latin typeface="Arial"/>
                <a:ea typeface="Arial"/>
                <a:cs typeface="Arial"/>
              </a:defRPr>
            </a:lvl6pPr>
            <a:lvl7pPr algn="l">
              <a:buNone/>
              <a:defRPr sz="975" b="1">
                <a:solidFill>
                  <a:srgbClr val="63E6BE"/>
                </a:solidFill>
                <a:latin typeface="Arial"/>
                <a:ea typeface="Arial"/>
                <a:cs typeface="Arial"/>
              </a:defRPr>
            </a:lvl7pPr>
            <a:lvl8pPr algn="l">
              <a:buNone/>
              <a:defRPr sz="975" b="1">
                <a:solidFill>
                  <a:srgbClr val="63E6BE"/>
                </a:solidFill>
                <a:latin typeface="Arial"/>
                <a:ea typeface="Arial"/>
                <a:cs typeface="Arial"/>
              </a:defRPr>
            </a:lvl8pPr>
            <a:lvl9pPr algn="l">
              <a:buNone/>
              <a:defRPr sz="975" b="1">
                <a:solidFill>
                  <a:srgbClr val="63E6BE"/>
                </a:solidFill>
                <a:latin typeface="Arial"/>
                <a:ea typeface="Arial"/>
                <a:cs typeface="Arial"/>
              </a:defRPr>
            </a:lvl9pPr>
          </a:lstStyle>
          <a:p xmlns:a="http://schemas.openxmlformats.org/drawingml/2006/main">
            <a:pPr algn="l">
              <a:lnSpc>
                <a:spcPct val="108000"/>
              </a:lnSpc>
              <a:buNone/>
              <a:defRPr sz="975" b="1">
                <a:solidFill>
                  <a:srgbClr val="63E6BE"/>
                </a:solidFill>
                <a:latin typeface="Arial"/>
                <a:ea typeface="Arial"/>
                <a:cs typeface="Arial"/>
              </a:defRPr>
            </a:pPr>
            <a:r>
              <a:rPr sz="975" b="1">
                <a:solidFill>
                  <a:srgbClr val="63E6BE"/>
                </a:solidFill>
                <a:latin typeface="Arial"/>
                <a:ea typeface="Arial"/>
                <a:cs typeface="Arial"/>
              </a:rPr>
              <a:t>SQL VIEW TIMING</a:t>
            </a:r>
          </a:p>
        </p:txBody>
      </p:sp>
      <p:sp>
        <p:nvSpPr>
          <p:cNvPr id="24" name="">
            <a:extLst xmlns:a="http://schemas.openxmlformats.org/drawingml/2006/main">
              <a:ext uri="{FF2B5EF4-FFF2-40B4-BE49-F238E27FC236}">
                <a16:creationId xmlns:a16="http://schemas.microsoft.com/office/drawing/2014/main" id="{13935033-AA90-4A98-A5F5-F6F90B94191D}"/>
              </a:ext>
            </a:extLst>
          </p:cNvPr>
          <p:cNvSpPr>
            <a:spLocks xmlns:a="http://schemas.openxmlformats.org/drawingml/2006/main" noGrp="1"/>
          </p:cNvSpPr>
          <p:nvPr/>
        </p:nvSpPr>
        <p:spPr>
          <a:xfrm xmlns:a="http://schemas.openxmlformats.org/drawingml/2006/main">
            <a:off x="5391150" y="4010025"/>
            <a:ext cx="3524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Material / output</a:t>
            </a:r>
          </a:p>
        </p:txBody>
      </p:sp>
      <p:sp>
        <p:nvSpPr>
          <p:cNvPr id="25" name="">
            <a:extLst xmlns:a="http://schemas.openxmlformats.org/drawingml/2006/main">
              <a:ext uri="{FF2B5EF4-FFF2-40B4-BE49-F238E27FC236}">
                <a16:creationId xmlns:a16="http://schemas.microsoft.com/office/drawing/2014/main" id="{EBF0D9BC-52F4-4DA8-BD3E-EB0E1045F70F}"/>
              </a:ext>
            </a:extLst>
          </p:cNvPr>
          <p:cNvSpPr>
            <a:spLocks xmlns:a="http://schemas.openxmlformats.org/drawingml/2006/main" noGrp="1"/>
          </p:cNvSpPr>
          <p:nvPr/>
        </p:nvSpPr>
        <p:spPr>
          <a:xfrm xmlns:a="http://schemas.openxmlformats.org/drawingml/2006/main">
            <a:off x="9525000" y="4010025"/>
            <a:ext cx="1695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F5F7FA"/>
                </a:solidFill>
                <a:latin typeface="Arial"/>
                <a:ea typeface="Arial"/>
                <a:cs typeface="Arial"/>
              </a:defRPr>
            </a:defPPr>
            <a:lvl1pPr algn="r">
              <a:buNone/>
              <a:defRPr sz="975" b="1">
                <a:solidFill>
                  <a:srgbClr val="F5F7FA"/>
                </a:solidFill>
                <a:latin typeface="Arial"/>
                <a:ea typeface="Arial"/>
                <a:cs typeface="Arial"/>
              </a:defRPr>
            </a:lvl1pPr>
            <a:lvl2pPr algn="r">
              <a:buNone/>
              <a:defRPr sz="975" b="1">
                <a:solidFill>
                  <a:srgbClr val="F5F7FA"/>
                </a:solidFill>
                <a:latin typeface="Arial"/>
                <a:ea typeface="Arial"/>
                <a:cs typeface="Arial"/>
              </a:defRPr>
            </a:lvl2pPr>
            <a:lvl3pPr algn="r">
              <a:buNone/>
              <a:defRPr sz="975" b="1">
                <a:solidFill>
                  <a:srgbClr val="F5F7FA"/>
                </a:solidFill>
                <a:latin typeface="Arial"/>
                <a:ea typeface="Arial"/>
                <a:cs typeface="Arial"/>
              </a:defRPr>
            </a:lvl3pPr>
            <a:lvl4pPr algn="r">
              <a:buNone/>
              <a:defRPr sz="975" b="1">
                <a:solidFill>
                  <a:srgbClr val="F5F7FA"/>
                </a:solidFill>
                <a:latin typeface="Arial"/>
                <a:ea typeface="Arial"/>
                <a:cs typeface="Arial"/>
              </a:defRPr>
            </a:lvl4pPr>
            <a:lvl5pPr algn="r">
              <a:buNone/>
              <a:defRPr sz="975" b="1">
                <a:solidFill>
                  <a:srgbClr val="F5F7FA"/>
                </a:solidFill>
                <a:latin typeface="Arial"/>
                <a:ea typeface="Arial"/>
                <a:cs typeface="Arial"/>
              </a:defRPr>
            </a:lvl5pPr>
            <a:lvl6pPr algn="r">
              <a:buNone/>
              <a:defRPr sz="975" b="1">
                <a:solidFill>
                  <a:srgbClr val="F5F7FA"/>
                </a:solidFill>
                <a:latin typeface="Arial"/>
                <a:ea typeface="Arial"/>
                <a:cs typeface="Arial"/>
              </a:defRPr>
            </a:lvl6pPr>
            <a:lvl7pPr algn="r">
              <a:buNone/>
              <a:defRPr sz="975" b="1">
                <a:solidFill>
                  <a:srgbClr val="F5F7FA"/>
                </a:solidFill>
                <a:latin typeface="Arial"/>
                <a:ea typeface="Arial"/>
                <a:cs typeface="Arial"/>
              </a:defRPr>
            </a:lvl7pPr>
            <a:lvl8pPr algn="r">
              <a:buNone/>
              <a:defRPr sz="975" b="1">
                <a:solidFill>
                  <a:srgbClr val="F5F7FA"/>
                </a:solidFill>
                <a:latin typeface="Arial"/>
                <a:ea typeface="Arial"/>
                <a:cs typeface="Arial"/>
              </a:defRPr>
            </a:lvl8pPr>
            <a:lvl9pPr algn="r">
              <a:buNone/>
              <a:defRPr sz="975" b="1">
                <a:solidFill>
                  <a:srgbClr val="F5F7FA"/>
                </a:solidFill>
                <a:latin typeface="Arial"/>
                <a:ea typeface="Arial"/>
                <a:cs typeface="Arial"/>
              </a:defRPr>
            </a:lvl9pPr>
          </a:lstStyle>
          <a:p xmlns:a="http://schemas.openxmlformats.org/drawingml/2006/main">
            <a:pPr algn="r">
              <a:lnSpc>
                <a:spcPct val="108000"/>
              </a:lnSpc>
              <a:buNone/>
              <a:defRPr sz="975" b="1">
                <a:solidFill>
                  <a:srgbClr val="F5F7FA"/>
                </a:solidFill>
                <a:latin typeface="Arial"/>
                <a:ea typeface="Arial"/>
                <a:cs typeface="Arial"/>
              </a:defRPr>
            </a:pPr>
            <a:r>
              <a:rPr sz="975" b="1">
                <a:solidFill>
                  <a:srgbClr val="F5F7FA"/>
                </a:solidFill>
                <a:latin typeface="Arial"/>
                <a:ea typeface="Arial"/>
                <a:cs typeface="Arial"/>
              </a:rPr>
              <a:t>0.012 s</a:t>
            </a:r>
          </a:p>
        </p:txBody>
      </p:sp>
      <p:sp>
        <p:nvSpPr>
          <p:cNvPr id="26" name="">
            <a:extLst xmlns:a="http://schemas.openxmlformats.org/drawingml/2006/main">
              <a:ext uri="{FF2B5EF4-FFF2-40B4-BE49-F238E27FC236}">
                <a16:creationId xmlns:a16="http://schemas.microsoft.com/office/drawing/2014/main" id="{1BA4501A-56D4-4D92-A021-E0A3162FF041}"/>
              </a:ext>
            </a:extLst>
          </p:cNvPr>
          <p:cNvSpPr>
            <a:spLocks xmlns:a="http://schemas.openxmlformats.org/drawingml/2006/main" noGrp="1"/>
          </p:cNvSpPr>
          <p:nvPr/>
        </p:nvSpPr>
        <p:spPr>
          <a:xfrm xmlns:a="http://schemas.openxmlformats.org/drawingml/2006/main">
            <a:off x="5391150" y="4248150"/>
            <a:ext cx="3524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Dispatch / invoice</a:t>
            </a:r>
          </a:p>
        </p:txBody>
      </p:sp>
      <p:sp>
        <p:nvSpPr>
          <p:cNvPr id="27" name="">
            <a:extLst xmlns:a="http://schemas.openxmlformats.org/drawingml/2006/main">
              <a:ext uri="{FF2B5EF4-FFF2-40B4-BE49-F238E27FC236}">
                <a16:creationId xmlns:a16="http://schemas.microsoft.com/office/drawing/2014/main" id="{A3681F42-0BEC-4594-8370-6BF780FB0B1C}"/>
              </a:ext>
            </a:extLst>
          </p:cNvPr>
          <p:cNvSpPr>
            <a:spLocks xmlns:a="http://schemas.openxmlformats.org/drawingml/2006/main" noGrp="1"/>
          </p:cNvSpPr>
          <p:nvPr/>
        </p:nvSpPr>
        <p:spPr>
          <a:xfrm xmlns:a="http://schemas.openxmlformats.org/drawingml/2006/main">
            <a:off x="9525000" y="4248150"/>
            <a:ext cx="1695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F5F7FA"/>
                </a:solidFill>
                <a:latin typeface="Arial"/>
                <a:ea typeface="Arial"/>
                <a:cs typeface="Arial"/>
              </a:defRPr>
            </a:defPPr>
            <a:lvl1pPr algn="r">
              <a:buNone/>
              <a:defRPr sz="975" b="1">
                <a:solidFill>
                  <a:srgbClr val="F5F7FA"/>
                </a:solidFill>
                <a:latin typeface="Arial"/>
                <a:ea typeface="Arial"/>
                <a:cs typeface="Arial"/>
              </a:defRPr>
            </a:lvl1pPr>
            <a:lvl2pPr algn="r">
              <a:buNone/>
              <a:defRPr sz="975" b="1">
                <a:solidFill>
                  <a:srgbClr val="F5F7FA"/>
                </a:solidFill>
                <a:latin typeface="Arial"/>
                <a:ea typeface="Arial"/>
                <a:cs typeface="Arial"/>
              </a:defRPr>
            </a:lvl2pPr>
            <a:lvl3pPr algn="r">
              <a:buNone/>
              <a:defRPr sz="975" b="1">
                <a:solidFill>
                  <a:srgbClr val="F5F7FA"/>
                </a:solidFill>
                <a:latin typeface="Arial"/>
                <a:ea typeface="Arial"/>
                <a:cs typeface="Arial"/>
              </a:defRPr>
            </a:lvl3pPr>
            <a:lvl4pPr algn="r">
              <a:buNone/>
              <a:defRPr sz="975" b="1">
                <a:solidFill>
                  <a:srgbClr val="F5F7FA"/>
                </a:solidFill>
                <a:latin typeface="Arial"/>
                <a:ea typeface="Arial"/>
                <a:cs typeface="Arial"/>
              </a:defRPr>
            </a:lvl4pPr>
            <a:lvl5pPr algn="r">
              <a:buNone/>
              <a:defRPr sz="975" b="1">
                <a:solidFill>
                  <a:srgbClr val="F5F7FA"/>
                </a:solidFill>
                <a:latin typeface="Arial"/>
                <a:ea typeface="Arial"/>
                <a:cs typeface="Arial"/>
              </a:defRPr>
            </a:lvl5pPr>
            <a:lvl6pPr algn="r">
              <a:buNone/>
              <a:defRPr sz="975" b="1">
                <a:solidFill>
                  <a:srgbClr val="F5F7FA"/>
                </a:solidFill>
                <a:latin typeface="Arial"/>
                <a:ea typeface="Arial"/>
                <a:cs typeface="Arial"/>
              </a:defRPr>
            </a:lvl6pPr>
            <a:lvl7pPr algn="r">
              <a:buNone/>
              <a:defRPr sz="975" b="1">
                <a:solidFill>
                  <a:srgbClr val="F5F7FA"/>
                </a:solidFill>
                <a:latin typeface="Arial"/>
                <a:ea typeface="Arial"/>
                <a:cs typeface="Arial"/>
              </a:defRPr>
            </a:lvl7pPr>
            <a:lvl8pPr algn="r">
              <a:buNone/>
              <a:defRPr sz="975" b="1">
                <a:solidFill>
                  <a:srgbClr val="F5F7FA"/>
                </a:solidFill>
                <a:latin typeface="Arial"/>
                <a:ea typeface="Arial"/>
                <a:cs typeface="Arial"/>
              </a:defRPr>
            </a:lvl8pPr>
            <a:lvl9pPr algn="r">
              <a:buNone/>
              <a:defRPr sz="975" b="1">
                <a:solidFill>
                  <a:srgbClr val="F5F7FA"/>
                </a:solidFill>
                <a:latin typeface="Arial"/>
                <a:ea typeface="Arial"/>
                <a:cs typeface="Arial"/>
              </a:defRPr>
            </a:lvl9pPr>
          </a:lstStyle>
          <a:p xmlns:a="http://schemas.openxmlformats.org/drawingml/2006/main">
            <a:pPr algn="r">
              <a:lnSpc>
                <a:spcPct val="108000"/>
              </a:lnSpc>
              <a:buNone/>
              <a:defRPr sz="975" b="1">
                <a:solidFill>
                  <a:srgbClr val="F5F7FA"/>
                </a:solidFill>
                <a:latin typeface="Arial"/>
                <a:ea typeface="Arial"/>
                <a:cs typeface="Arial"/>
              </a:defRPr>
            </a:pPr>
            <a:r>
              <a:rPr sz="975" b="1">
                <a:solidFill>
                  <a:srgbClr val="F5F7FA"/>
                </a:solidFill>
                <a:latin typeface="Arial"/>
                <a:ea typeface="Arial"/>
                <a:cs typeface="Arial"/>
              </a:rPr>
              <a:t>1.004 s</a:t>
            </a:r>
          </a:p>
        </p:txBody>
      </p:sp>
      <p:sp>
        <p:nvSpPr>
          <p:cNvPr id="28" name="">
            <a:extLst xmlns:a="http://schemas.openxmlformats.org/drawingml/2006/main">
              <a:ext uri="{FF2B5EF4-FFF2-40B4-BE49-F238E27FC236}">
                <a16:creationId xmlns:a16="http://schemas.microsoft.com/office/drawing/2014/main" id="{9D203879-7F53-4C36-8F0C-75A938AA0CE0}"/>
              </a:ext>
            </a:extLst>
          </p:cNvPr>
          <p:cNvSpPr>
            <a:spLocks xmlns:a="http://schemas.openxmlformats.org/drawingml/2006/main" noGrp="1"/>
          </p:cNvSpPr>
          <p:nvPr/>
        </p:nvSpPr>
        <p:spPr>
          <a:xfrm xmlns:a="http://schemas.openxmlformats.org/drawingml/2006/main">
            <a:off x="5391150" y="4486275"/>
            <a:ext cx="3524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Stock roll-forward</a:t>
            </a:r>
          </a:p>
        </p:txBody>
      </p:sp>
      <p:sp>
        <p:nvSpPr>
          <p:cNvPr id="29" name="">
            <a:extLst xmlns:a="http://schemas.openxmlformats.org/drawingml/2006/main">
              <a:ext uri="{FF2B5EF4-FFF2-40B4-BE49-F238E27FC236}">
                <a16:creationId xmlns:a16="http://schemas.microsoft.com/office/drawing/2014/main" id="{55DE9236-D479-4929-AEF7-22829BA7AE9F}"/>
              </a:ext>
            </a:extLst>
          </p:cNvPr>
          <p:cNvSpPr>
            <a:spLocks xmlns:a="http://schemas.openxmlformats.org/drawingml/2006/main" noGrp="1"/>
          </p:cNvSpPr>
          <p:nvPr/>
        </p:nvSpPr>
        <p:spPr>
          <a:xfrm xmlns:a="http://schemas.openxmlformats.org/drawingml/2006/main">
            <a:off x="9525000" y="4486275"/>
            <a:ext cx="1695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F5F7FA"/>
                </a:solidFill>
                <a:latin typeface="Arial"/>
                <a:ea typeface="Arial"/>
                <a:cs typeface="Arial"/>
              </a:defRPr>
            </a:defPPr>
            <a:lvl1pPr algn="r">
              <a:buNone/>
              <a:defRPr sz="975" b="1">
                <a:solidFill>
                  <a:srgbClr val="F5F7FA"/>
                </a:solidFill>
                <a:latin typeface="Arial"/>
                <a:ea typeface="Arial"/>
                <a:cs typeface="Arial"/>
              </a:defRPr>
            </a:lvl1pPr>
            <a:lvl2pPr algn="r">
              <a:buNone/>
              <a:defRPr sz="975" b="1">
                <a:solidFill>
                  <a:srgbClr val="F5F7FA"/>
                </a:solidFill>
                <a:latin typeface="Arial"/>
                <a:ea typeface="Arial"/>
                <a:cs typeface="Arial"/>
              </a:defRPr>
            </a:lvl2pPr>
            <a:lvl3pPr algn="r">
              <a:buNone/>
              <a:defRPr sz="975" b="1">
                <a:solidFill>
                  <a:srgbClr val="F5F7FA"/>
                </a:solidFill>
                <a:latin typeface="Arial"/>
                <a:ea typeface="Arial"/>
                <a:cs typeface="Arial"/>
              </a:defRPr>
            </a:lvl3pPr>
            <a:lvl4pPr algn="r">
              <a:buNone/>
              <a:defRPr sz="975" b="1">
                <a:solidFill>
                  <a:srgbClr val="F5F7FA"/>
                </a:solidFill>
                <a:latin typeface="Arial"/>
                <a:ea typeface="Arial"/>
                <a:cs typeface="Arial"/>
              </a:defRPr>
            </a:lvl4pPr>
            <a:lvl5pPr algn="r">
              <a:buNone/>
              <a:defRPr sz="975" b="1">
                <a:solidFill>
                  <a:srgbClr val="F5F7FA"/>
                </a:solidFill>
                <a:latin typeface="Arial"/>
                <a:ea typeface="Arial"/>
                <a:cs typeface="Arial"/>
              </a:defRPr>
            </a:lvl5pPr>
            <a:lvl6pPr algn="r">
              <a:buNone/>
              <a:defRPr sz="975" b="1">
                <a:solidFill>
                  <a:srgbClr val="F5F7FA"/>
                </a:solidFill>
                <a:latin typeface="Arial"/>
                <a:ea typeface="Arial"/>
                <a:cs typeface="Arial"/>
              </a:defRPr>
            </a:lvl6pPr>
            <a:lvl7pPr algn="r">
              <a:buNone/>
              <a:defRPr sz="975" b="1">
                <a:solidFill>
                  <a:srgbClr val="F5F7FA"/>
                </a:solidFill>
                <a:latin typeface="Arial"/>
                <a:ea typeface="Arial"/>
                <a:cs typeface="Arial"/>
              </a:defRPr>
            </a:lvl7pPr>
            <a:lvl8pPr algn="r">
              <a:buNone/>
              <a:defRPr sz="975" b="1">
                <a:solidFill>
                  <a:srgbClr val="F5F7FA"/>
                </a:solidFill>
                <a:latin typeface="Arial"/>
                <a:ea typeface="Arial"/>
                <a:cs typeface="Arial"/>
              </a:defRPr>
            </a:lvl8pPr>
            <a:lvl9pPr algn="r">
              <a:buNone/>
              <a:defRPr sz="975" b="1">
                <a:solidFill>
                  <a:srgbClr val="F5F7FA"/>
                </a:solidFill>
                <a:latin typeface="Arial"/>
                <a:ea typeface="Arial"/>
                <a:cs typeface="Arial"/>
              </a:defRPr>
            </a:lvl9pPr>
          </a:lstStyle>
          <a:p xmlns:a="http://schemas.openxmlformats.org/drawingml/2006/main">
            <a:pPr algn="r">
              <a:lnSpc>
                <a:spcPct val="108000"/>
              </a:lnSpc>
              <a:buNone/>
              <a:defRPr sz="975" b="1">
                <a:solidFill>
                  <a:srgbClr val="F5F7FA"/>
                </a:solidFill>
                <a:latin typeface="Arial"/>
                <a:ea typeface="Arial"/>
                <a:cs typeface="Arial"/>
              </a:defRPr>
            </a:pPr>
            <a:r>
              <a:rPr sz="975" b="1">
                <a:solidFill>
                  <a:srgbClr val="F5F7FA"/>
                </a:solidFill>
                <a:latin typeface="Arial"/>
                <a:ea typeface="Arial"/>
                <a:cs typeface="Arial"/>
              </a:rPr>
              <a:t>0.011 s</a:t>
            </a:r>
          </a:p>
        </p:txBody>
      </p:sp>
      <p:sp>
        <p:nvSpPr>
          <p:cNvPr id="30" name="">
            <a:extLst xmlns:a="http://schemas.openxmlformats.org/drawingml/2006/main">
              <a:ext uri="{FF2B5EF4-FFF2-40B4-BE49-F238E27FC236}">
                <a16:creationId xmlns:a16="http://schemas.microsoft.com/office/drawing/2014/main" id="{264243F6-54B7-4B36-958C-1D5EB8AFDE8A}"/>
              </a:ext>
            </a:extLst>
          </p:cNvPr>
          <p:cNvSpPr>
            <a:spLocks xmlns:a="http://schemas.openxmlformats.org/drawingml/2006/main" noGrp="1"/>
          </p:cNvSpPr>
          <p:nvPr/>
        </p:nvSpPr>
        <p:spPr>
          <a:xfrm xmlns:a="http://schemas.openxmlformats.org/drawingml/2006/main">
            <a:off x="5391150" y="4724400"/>
            <a:ext cx="3524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Supplier loop</a:t>
            </a:r>
          </a:p>
        </p:txBody>
      </p:sp>
      <p:sp>
        <p:nvSpPr>
          <p:cNvPr id="31" name="">
            <a:extLst xmlns:a="http://schemas.openxmlformats.org/drawingml/2006/main">
              <a:ext uri="{FF2B5EF4-FFF2-40B4-BE49-F238E27FC236}">
                <a16:creationId xmlns:a16="http://schemas.microsoft.com/office/drawing/2014/main" id="{035E8687-E845-4080-9AB6-C4A61758828B}"/>
              </a:ext>
            </a:extLst>
          </p:cNvPr>
          <p:cNvSpPr>
            <a:spLocks xmlns:a="http://schemas.openxmlformats.org/drawingml/2006/main" noGrp="1"/>
          </p:cNvSpPr>
          <p:nvPr/>
        </p:nvSpPr>
        <p:spPr>
          <a:xfrm xmlns:a="http://schemas.openxmlformats.org/drawingml/2006/main">
            <a:off x="9525000" y="4724400"/>
            <a:ext cx="1695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F5F7FA"/>
                </a:solidFill>
                <a:latin typeface="Arial"/>
                <a:ea typeface="Arial"/>
                <a:cs typeface="Arial"/>
              </a:defRPr>
            </a:defPPr>
            <a:lvl1pPr algn="r">
              <a:buNone/>
              <a:defRPr sz="975" b="1">
                <a:solidFill>
                  <a:srgbClr val="F5F7FA"/>
                </a:solidFill>
                <a:latin typeface="Arial"/>
                <a:ea typeface="Arial"/>
                <a:cs typeface="Arial"/>
              </a:defRPr>
            </a:lvl1pPr>
            <a:lvl2pPr algn="r">
              <a:buNone/>
              <a:defRPr sz="975" b="1">
                <a:solidFill>
                  <a:srgbClr val="F5F7FA"/>
                </a:solidFill>
                <a:latin typeface="Arial"/>
                <a:ea typeface="Arial"/>
                <a:cs typeface="Arial"/>
              </a:defRPr>
            </a:lvl2pPr>
            <a:lvl3pPr algn="r">
              <a:buNone/>
              <a:defRPr sz="975" b="1">
                <a:solidFill>
                  <a:srgbClr val="F5F7FA"/>
                </a:solidFill>
                <a:latin typeface="Arial"/>
                <a:ea typeface="Arial"/>
                <a:cs typeface="Arial"/>
              </a:defRPr>
            </a:lvl3pPr>
            <a:lvl4pPr algn="r">
              <a:buNone/>
              <a:defRPr sz="975" b="1">
                <a:solidFill>
                  <a:srgbClr val="F5F7FA"/>
                </a:solidFill>
                <a:latin typeface="Arial"/>
                <a:ea typeface="Arial"/>
                <a:cs typeface="Arial"/>
              </a:defRPr>
            </a:lvl4pPr>
            <a:lvl5pPr algn="r">
              <a:buNone/>
              <a:defRPr sz="975" b="1">
                <a:solidFill>
                  <a:srgbClr val="F5F7FA"/>
                </a:solidFill>
                <a:latin typeface="Arial"/>
                <a:ea typeface="Arial"/>
                <a:cs typeface="Arial"/>
              </a:defRPr>
            </a:lvl5pPr>
            <a:lvl6pPr algn="r">
              <a:buNone/>
              <a:defRPr sz="975" b="1">
                <a:solidFill>
                  <a:srgbClr val="F5F7FA"/>
                </a:solidFill>
                <a:latin typeface="Arial"/>
                <a:ea typeface="Arial"/>
                <a:cs typeface="Arial"/>
              </a:defRPr>
            </a:lvl6pPr>
            <a:lvl7pPr algn="r">
              <a:buNone/>
              <a:defRPr sz="975" b="1">
                <a:solidFill>
                  <a:srgbClr val="F5F7FA"/>
                </a:solidFill>
                <a:latin typeface="Arial"/>
                <a:ea typeface="Arial"/>
                <a:cs typeface="Arial"/>
              </a:defRPr>
            </a:lvl7pPr>
            <a:lvl8pPr algn="r">
              <a:buNone/>
              <a:defRPr sz="975" b="1">
                <a:solidFill>
                  <a:srgbClr val="F5F7FA"/>
                </a:solidFill>
                <a:latin typeface="Arial"/>
                <a:ea typeface="Arial"/>
                <a:cs typeface="Arial"/>
              </a:defRPr>
            </a:lvl8pPr>
            <a:lvl9pPr algn="r">
              <a:buNone/>
              <a:defRPr sz="975" b="1">
                <a:solidFill>
                  <a:srgbClr val="F5F7FA"/>
                </a:solidFill>
                <a:latin typeface="Arial"/>
                <a:ea typeface="Arial"/>
                <a:cs typeface="Arial"/>
              </a:defRPr>
            </a:lvl9pPr>
          </a:lstStyle>
          <a:p xmlns:a="http://schemas.openxmlformats.org/drawingml/2006/main">
            <a:pPr algn="r">
              <a:lnSpc>
                <a:spcPct val="108000"/>
              </a:lnSpc>
              <a:buNone/>
              <a:defRPr sz="975" b="1">
                <a:solidFill>
                  <a:srgbClr val="F5F7FA"/>
                </a:solidFill>
                <a:latin typeface="Arial"/>
                <a:ea typeface="Arial"/>
                <a:cs typeface="Arial"/>
              </a:defRPr>
            </a:pPr>
            <a:r>
              <a:rPr sz="975" b="1">
                <a:solidFill>
                  <a:srgbClr val="F5F7FA"/>
                </a:solidFill>
                <a:latin typeface="Arial"/>
                <a:ea typeface="Arial"/>
                <a:cs typeface="Arial"/>
              </a:rPr>
              <a:t>0.729 s</a:t>
            </a:r>
          </a:p>
        </p:txBody>
      </p:sp>
      <p:sp>
        <p:nvSpPr>
          <p:cNvPr id="32" name="">
            <a:extLst xmlns:a="http://schemas.openxmlformats.org/drawingml/2006/main">
              <a:ext uri="{FF2B5EF4-FFF2-40B4-BE49-F238E27FC236}">
                <a16:creationId xmlns:a16="http://schemas.microsoft.com/office/drawing/2014/main" id="{31AAFC1F-F924-403F-B0EB-720A1418B1EE}"/>
              </a:ext>
            </a:extLst>
          </p:cNvPr>
          <p:cNvSpPr>
            <a:spLocks xmlns:a="http://schemas.openxmlformats.org/drawingml/2006/main" noGrp="1"/>
          </p:cNvSpPr>
          <p:nvPr/>
        </p:nvSpPr>
        <p:spPr>
          <a:xfrm xmlns:a="http://schemas.openxmlformats.org/drawingml/2006/main">
            <a:off x="5391150" y="4962525"/>
            <a:ext cx="3524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Ranked cases</a:t>
            </a:r>
          </a:p>
        </p:txBody>
      </p:sp>
      <p:sp>
        <p:nvSpPr>
          <p:cNvPr id="33" name="">
            <a:extLst xmlns:a="http://schemas.openxmlformats.org/drawingml/2006/main">
              <a:ext uri="{FF2B5EF4-FFF2-40B4-BE49-F238E27FC236}">
                <a16:creationId xmlns:a16="http://schemas.microsoft.com/office/drawing/2014/main" id="{88FB4AC7-A465-43DF-B24B-58044EED43CD}"/>
              </a:ext>
            </a:extLst>
          </p:cNvPr>
          <p:cNvSpPr>
            <a:spLocks xmlns:a="http://schemas.openxmlformats.org/drawingml/2006/main" noGrp="1"/>
          </p:cNvSpPr>
          <p:nvPr/>
        </p:nvSpPr>
        <p:spPr>
          <a:xfrm xmlns:a="http://schemas.openxmlformats.org/drawingml/2006/main">
            <a:off x="9525000" y="4962525"/>
            <a:ext cx="1695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F5F7FA"/>
                </a:solidFill>
                <a:latin typeface="Arial"/>
                <a:ea typeface="Arial"/>
                <a:cs typeface="Arial"/>
              </a:defRPr>
            </a:defPPr>
            <a:lvl1pPr algn="r">
              <a:buNone/>
              <a:defRPr sz="975" b="1">
                <a:solidFill>
                  <a:srgbClr val="F5F7FA"/>
                </a:solidFill>
                <a:latin typeface="Arial"/>
                <a:ea typeface="Arial"/>
                <a:cs typeface="Arial"/>
              </a:defRPr>
            </a:lvl1pPr>
            <a:lvl2pPr algn="r">
              <a:buNone/>
              <a:defRPr sz="975" b="1">
                <a:solidFill>
                  <a:srgbClr val="F5F7FA"/>
                </a:solidFill>
                <a:latin typeface="Arial"/>
                <a:ea typeface="Arial"/>
                <a:cs typeface="Arial"/>
              </a:defRPr>
            </a:lvl2pPr>
            <a:lvl3pPr algn="r">
              <a:buNone/>
              <a:defRPr sz="975" b="1">
                <a:solidFill>
                  <a:srgbClr val="F5F7FA"/>
                </a:solidFill>
                <a:latin typeface="Arial"/>
                <a:ea typeface="Arial"/>
                <a:cs typeface="Arial"/>
              </a:defRPr>
            </a:lvl3pPr>
            <a:lvl4pPr algn="r">
              <a:buNone/>
              <a:defRPr sz="975" b="1">
                <a:solidFill>
                  <a:srgbClr val="F5F7FA"/>
                </a:solidFill>
                <a:latin typeface="Arial"/>
                <a:ea typeface="Arial"/>
                <a:cs typeface="Arial"/>
              </a:defRPr>
            </a:lvl4pPr>
            <a:lvl5pPr algn="r">
              <a:buNone/>
              <a:defRPr sz="975" b="1">
                <a:solidFill>
                  <a:srgbClr val="F5F7FA"/>
                </a:solidFill>
                <a:latin typeface="Arial"/>
                <a:ea typeface="Arial"/>
                <a:cs typeface="Arial"/>
              </a:defRPr>
            </a:lvl5pPr>
            <a:lvl6pPr algn="r">
              <a:buNone/>
              <a:defRPr sz="975" b="1">
                <a:solidFill>
                  <a:srgbClr val="F5F7FA"/>
                </a:solidFill>
                <a:latin typeface="Arial"/>
                <a:ea typeface="Arial"/>
                <a:cs typeface="Arial"/>
              </a:defRPr>
            </a:lvl6pPr>
            <a:lvl7pPr algn="r">
              <a:buNone/>
              <a:defRPr sz="975" b="1">
                <a:solidFill>
                  <a:srgbClr val="F5F7FA"/>
                </a:solidFill>
                <a:latin typeface="Arial"/>
                <a:ea typeface="Arial"/>
                <a:cs typeface="Arial"/>
              </a:defRPr>
            </a:lvl7pPr>
            <a:lvl8pPr algn="r">
              <a:buNone/>
              <a:defRPr sz="975" b="1">
                <a:solidFill>
                  <a:srgbClr val="F5F7FA"/>
                </a:solidFill>
                <a:latin typeface="Arial"/>
                <a:ea typeface="Arial"/>
                <a:cs typeface="Arial"/>
              </a:defRPr>
            </a:lvl8pPr>
            <a:lvl9pPr algn="r">
              <a:buNone/>
              <a:defRPr sz="975" b="1">
                <a:solidFill>
                  <a:srgbClr val="F5F7FA"/>
                </a:solidFill>
                <a:latin typeface="Arial"/>
                <a:ea typeface="Arial"/>
                <a:cs typeface="Arial"/>
              </a:defRPr>
            </a:lvl9pPr>
          </a:lstStyle>
          <a:p xmlns:a="http://schemas.openxmlformats.org/drawingml/2006/main">
            <a:pPr algn="r">
              <a:lnSpc>
                <a:spcPct val="108000"/>
              </a:lnSpc>
              <a:buNone/>
              <a:defRPr sz="975" b="1">
                <a:solidFill>
                  <a:srgbClr val="F5F7FA"/>
                </a:solidFill>
                <a:latin typeface="Arial"/>
                <a:ea typeface="Arial"/>
                <a:cs typeface="Arial"/>
              </a:defRPr>
            </a:pPr>
            <a:r>
              <a:rPr sz="975" b="1">
                <a:solidFill>
                  <a:srgbClr val="F5F7FA"/>
                </a:solidFill>
                <a:latin typeface="Arial"/>
                <a:ea typeface="Arial"/>
                <a:cs typeface="Arial"/>
              </a:rPr>
              <a:t>1.299 s</a:t>
            </a:r>
          </a:p>
        </p:txBody>
      </p:sp>
      <p:sp>
        <p:nvSpPr>
          <p:cNvPr id="34" name="">
            <a:extLst xmlns:a="http://schemas.openxmlformats.org/drawingml/2006/main">
              <a:ext uri="{FF2B5EF4-FFF2-40B4-BE49-F238E27FC236}">
                <a16:creationId xmlns:a16="http://schemas.microsoft.com/office/drawing/2014/main" id="{4043D5A5-FC6F-4AE7-8C8C-0A48DC2CF3F4}"/>
              </a:ext>
            </a:extLst>
          </p:cNvPr>
          <p:cNvSpPr>
            <a:spLocks xmlns:a="http://schemas.openxmlformats.org/drawingml/2006/main" noGrp="1"/>
          </p:cNvSpPr>
          <p:nvPr/>
        </p:nvSpPr>
        <p:spPr>
          <a:xfrm xmlns:a="http://schemas.openxmlformats.org/drawingml/2006/main">
            <a:off x="609600" y="5524500"/>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A8B5C8"/>
                </a:solidFill>
                <a:latin typeface="Arial"/>
                <a:ea typeface="Arial"/>
                <a:cs typeface="Arial"/>
              </a:defRPr>
            </a:defPPr>
            <a:lvl1pPr algn="l">
              <a:buNone/>
              <a:defRPr sz="900" b="0">
                <a:solidFill>
                  <a:srgbClr val="A8B5C8"/>
                </a:solidFill>
                <a:latin typeface="Arial"/>
                <a:ea typeface="Arial"/>
                <a:cs typeface="Arial"/>
              </a:defRPr>
            </a:lvl1pPr>
            <a:lvl2pPr algn="l">
              <a:buNone/>
              <a:defRPr sz="900" b="0">
                <a:solidFill>
                  <a:srgbClr val="A8B5C8"/>
                </a:solidFill>
                <a:latin typeface="Arial"/>
                <a:ea typeface="Arial"/>
                <a:cs typeface="Arial"/>
              </a:defRPr>
            </a:lvl2pPr>
            <a:lvl3pPr algn="l">
              <a:buNone/>
              <a:defRPr sz="900" b="0">
                <a:solidFill>
                  <a:srgbClr val="A8B5C8"/>
                </a:solidFill>
                <a:latin typeface="Arial"/>
                <a:ea typeface="Arial"/>
                <a:cs typeface="Arial"/>
              </a:defRPr>
            </a:lvl3pPr>
            <a:lvl4pPr algn="l">
              <a:buNone/>
              <a:defRPr sz="900" b="0">
                <a:solidFill>
                  <a:srgbClr val="A8B5C8"/>
                </a:solidFill>
                <a:latin typeface="Arial"/>
                <a:ea typeface="Arial"/>
                <a:cs typeface="Arial"/>
              </a:defRPr>
            </a:lvl4pPr>
            <a:lvl5pPr algn="l">
              <a:buNone/>
              <a:defRPr sz="900" b="0">
                <a:solidFill>
                  <a:srgbClr val="A8B5C8"/>
                </a:solidFill>
                <a:latin typeface="Arial"/>
                <a:ea typeface="Arial"/>
                <a:cs typeface="Arial"/>
              </a:defRPr>
            </a:lvl5pPr>
            <a:lvl6pPr algn="l">
              <a:buNone/>
              <a:defRPr sz="900" b="0">
                <a:solidFill>
                  <a:srgbClr val="A8B5C8"/>
                </a:solidFill>
                <a:latin typeface="Arial"/>
                <a:ea typeface="Arial"/>
                <a:cs typeface="Arial"/>
              </a:defRPr>
            </a:lvl6pPr>
            <a:lvl7pPr algn="l">
              <a:buNone/>
              <a:defRPr sz="900" b="0">
                <a:solidFill>
                  <a:srgbClr val="A8B5C8"/>
                </a:solidFill>
                <a:latin typeface="Arial"/>
                <a:ea typeface="Arial"/>
                <a:cs typeface="Arial"/>
              </a:defRPr>
            </a:lvl7pPr>
            <a:lvl8pPr algn="l">
              <a:buNone/>
              <a:defRPr sz="900" b="0">
                <a:solidFill>
                  <a:srgbClr val="A8B5C8"/>
                </a:solidFill>
                <a:latin typeface="Arial"/>
                <a:ea typeface="Arial"/>
                <a:cs typeface="Arial"/>
              </a:defRPr>
            </a:lvl8pPr>
            <a:lvl9pPr algn="l">
              <a:buNone/>
              <a:defRPr sz="900" b="0">
                <a:solidFill>
                  <a:srgbClr val="A8B5C8"/>
                </a:solidFill>
                <a:latin typeface="Arial"/>
                <a:ea typeface="Arial"/>
                <a:cs typeface="Arial"/>
              </a:defRPr>
            </a:lvl9pPr>
          </a:lstStyle>
          <a:p xmlns:a="http://schemas.openxmlformats.org/drawingml/2006/main">
            <a:pPr algn="l">
              <a:lnSpc>
                <a:spcPct val="108000"/>
              </a:lnSpc>
              <a:buNone/>
              <a:defRPr sz="900" b="0">
                <a:solidFill>
                  <a:srgbClr val="A8B5C8"/>
                </a:solidFill>
                <a:latin typeface="Arial"/>
                <a:ea typeface="Arial"/>
                <a:cs typeface="Arial"/>
              </a:defRPr>
            </a:pPr>
            <a:r>
              <a:rPr sz="900" b="0">
                <a:solidFill>
                  <a:srgbClr val="A8B5C8"/>
                </a:solidFill>
                <a:latin typeface="Arial"/>
                <a:ea typeface="Arial"/>
                <a:cs typeface="Arial"/>
              </a:rPr>
              <a:t>Seeded synthetic data · local 8 GB VM · one measured run · not a real-world fraud benchmark</a:t>
            </a:r>
          </a:p>
        </p:txBody>
      </p:sp>
    </p:spTree>
    <p:extLst>
      <p:ext uri="{BB962C8B-B14F-4D97-AF65-F5344CB8AC3E}">
        <p14:creationId xmlns:p14="http://schemas.microsoft.com/office/powerpoint/2010/main" val="1373597589"/>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0152ACB-6B96-463B-94FC-1BB74B7FCDC7}"/>
              </a:ext>
            </a:extLst>
          </p:cNvPr>
          <p:cNvSpPr>
            <a:spLocks xmlns:a="http://schemas.openxmlformats.org/drawingml/2006/main" noGrp="1"/>
          </p:cNvSpPr>
          <p:nvPr/>
        </p:nvSpPr>
        <p:spPr>
          <a:xfrm xmlns:a="http://schemas.openxmlformats.org/drawingml/2006/main">
            <a:off x="609600" y="3429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3E6BE"/>
                </a:solidFill>
                <a:latin typeface="Arial"/>
                <a:ea typeface="Arial"/>
                <a:cs typeface="Arial"/>
              </a:defRPr>
            </a:defPPr>
            <a:lvl1pPr algn="l">
              <a:buNone/>
              <a:defRPr sz="1050" b="1">
                <a:solidFill>
                  <a:srgbClr val="63E6BE"/>
                </a:solidFill>
                <a:latin typeface="Arial"/>
                <a:ea typeface="Arial"/>
                <a:cs typeface="Arial"/>
              </a:defRPr>
            </a:lvl1pPr>
            <a:lvl2pPr algn="l">
              <a:buNone/>
              <a:defRPr sz="1050" b="1">
                <a:solidFill>
                  <a:srgbClr val="63E6BE"/>
                </a:solidFill>
                <a:latin typeface="Arial"/>
                <a:ea typeface="Arial"/>
                <a:cs typeface="Arial"/>
              </a:defRPr>
            </a:lvl2pPr>
            <a:lvl3pPr algn="l">
              <a:buNone/>
              <a:defRPr sz="1050" b="1">
                <a:solidFill>
                  <a:srgbClr val="63E6BE"/>
                </a:solidFill>
                <a:latin typeface="Arial"/>
                <a:ea typeface="Arial"/>
                <a:cs typeface="Arial"/>
              </a:defRPr>
            </a:lvl3pPr>
            <a:lvl4pPr algn="l">
              <a:buNone/>
              <a:defRPr sz="1050" b="1">
                <a:solidFill>
                  <a:srgbClr val="63E6BE"/>
                </a:solidFill>
                <a:latin typeface="Arial"/>
                <a:ea typeface="Arial"/>
                <a:cs typeface="Arial"/>
              </a:defRPr>
            </a:lvl4pPr>
            <a:lvl5pPr algn="l">
              <a:buNone/>
              <a:defRPr sz="1050" b="1">
                <a:solidFill>
                  <a:srgbClr val="63E6BE"/>
                </a:solidFill>
                <a:latin typeface="Arial"/>
                <a:ea typeface="Arial"/>
                <a:cs typeface="Arial"/>
              </a:defRPr>
            </a:lvl5pPr>
            <a:lvl6pPr algn="l">
              <a:buNone/>
              <a:defRPr sz="1050" b="1">
                <a:solidFill>
                  <a:srgbClr val="63E6BE"/>
                </a:solidFill>
                <a:latin typeface="Arial"/>
                <a:ea typeface="Arial"/>
                <a:cs typeface="Arial"/>
              </a:defRPr>
            </a:lvl6pPr>
            <a:lvl7pPr algn="l">
              <a:buNone/>
              <a:defRPr sz="1050" b="1">
                <a:solidFill>
                  <a:srgbClr val="63E6BE"/>
                </a:solidFill>
                <a:latin typeface="Arial"/>
                <a:ea typeface="Arial"/>
                <a:cs typeface="Arial"/>
              </a:defRPr>
            </a:lvl7pPr>
            <a:lvl8pPr algn="l">
              <a:buNone/>
              <a:defRPr sz="1050" b="1">
                <a:solidFill>
                  <a:srgbClr val="63E6BE"/>
                </a:solidFill>
                <a:latin typeface="Arial"/>
                <a:ea typeface="Arial"/>
                <a:cs typeface="Arial"/>
              </a:defRPr>
            </a:lvl8pPr>
            <a:lvl9pPr algn="l">
              <a:buNone/>
              <a:defRPr sz="1050" b="1">
                <a:solidFill>
                  <a:srgbClr val="63E6BE"/>
                </a:solidFill>
                <a:latin typeface="Arial"/>
                <a:ea typeface="Arial"/>
                <a:cs typeface="Arial"/>
              </a:defRPr>
            </a:lvl9pPr>
          </a:lstStyle>
          <a:p xmlns:a="http://schemas.openxmlformats.org/drawingml/2006/main">
            <a:pPr algn="l">
              <a:lnSpc>
                <a:spcPct val="108000"/>
              </a:lnSpc>
              <a:buNone/>
              <a:defRPr sz="1050" b="1">
                <a:solidFill>
                  <a:srgbClr val="63E6BE"/>
                </a:solidFill>
                <a:latin typeface="Arial"/>
                <a:ea typeface="Arial"/>
                <a:cs typeface="Arial"/>
              </a:defRPr>
            </a:pPr>
            <a:r>
              <a:rPr sz="1050" b="1">
                <a:solidFill>
                  <a:srgbClr val="63E6BE"/>
                </a:solidFill>
                <a:latin typeface="Arial"/>
                <a:ea typeface="Arial"/>
                <a:cs typeface="Arial"/>
              </a:rPr>
              <a:t>A RELATED PATTERN IN GERMANY</a:t>
            </a:r>
          </a:p>
        </p:txBody>
      </p:sp>
      <p:sp>
        <p:nvSpPr>
          <p:cNvPr id="2" name="">
            <a:extLst xmlns:a="http://schemas.openxmlformats.org/drawingml/2006/main">
              <a:ext uri="{FF2B5EF4-FFF2-40B4-BE49-F238E27FC236}">
                <a16:creationId xmlns:a16="http://schemas.microsoft.com/office/drawing/2014/main" id="{4001134A-B35F-47F4-9368-C71568F2A4C0}"/>
              </a:ext>
            </a:extLst>
          </p:cNvPr>
          <p:cNvSpPr>
            <a:spLocks xmlns:a="http://schemas.openxmlformats.org/drawingml/2006/main" noGrp="1"/>
          </p:cNvSpPr>
          <p:nvPr/>
        </p:nvSpPr>
        <p:spPr>
          <a:xfrm xmlns:a="http://schemas.openxmlformats.org/drawingml/2006/main">
            <a:off x="609600" y="7048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7FA"/>
                </a:solidFill>
                <a:latin typeface="Arial"/>
                <a:ea typeface="Arial"/>
                <a:cs typeface="Arial"/>
              </a:defRPr>
            </a:defPPr>
            <a:lvl1pPr algn="l">
              <a:buNone/>
              <a:defRPr sz="2850" b="1">
                <a:solidFill>
                  <a:srgbClr val="F5F7FA"/>
                </a:solidFill>
                <a:latin typeface="Arial"/>
                <a:ea typeface="Arial"/>
                <a:cs typeface="Arial"/>
              </a:defRPr>
            </a:lvl1pPr>
            <a:lvl2pPr algn="l">
              <a:buNone/>
              <a:defRPr sz="2850" b="1">
                <a:solidFill>
                  <a:srgbClr val="F5F7FA"/>
                </a:solidFill>
                <a:latin typeface="Arial"/>
                <a:ea typeface="Arial"/>
                <a:cs typeface="Arial"/>
              </a:defRPr>
            </a:lvl2pPr>
            <a:lvl3pPr algn="l">
              <a:buNone/>
              <a:defRPr sz="2850" b="1">
                <a:solidFill>
                  <a:srgbClr val="F5F7FA"/>
                </a:solidFill>
                <a:latin typeface="Arial"/>
                <a:ea typeface="Arial"/>
                <a:cs typeface="Arial"/>
              </a:defRPr>
            </a:lvl3pPr>
            <a:lvl4pPr algn="l">
              <a:buNone/>
              <a:defRPr sz="2850" b="1">
                <a:solidFill>
                  <a:srgbClr val="F5F7FA"/>
                </a:solidFill>
                <a:latin typeface="Arial"/>
                <a:ea typeface="Arial"/>
                <a:cs typeface="Arial"/>
              </a:defRPr>
            </a:lvl4pPr>
            <a:lvl5pPr algn="l">
              <a:buNone/>
              <a:defRPr sz="2850" b="1">
                <a:solidFill>
                  <a:srgbClr val="F5F7FA"/>
                </a:solidFill>
                <a:latin typeface="Arial"/>
                <a:ea typeface="Arial"/>
                <a:cs typeface="Arial"/>
              </a:defRPr>
            </a:lvl5pPr>
            <a:lvl6pPr algn="l">
              <a:buNone/>
              <a:defRPr sz="2850" b="1">
                <a:solidFill>
                  <a:srgbClr val="F5F7FA"/>
                </a:solidFill>
                <a:latin typeface="Arial"/>
                <a:ea typeface="Arial"/>
                <a:cs typeface="Arial"/>
              </a:defRPr>
            </a:lvl6pPr>
            <a:lvl7pPr algn="l">
              <a:buNone/>
              <a:defRPr sz="2850" b="1">
                <a:solidFill>
                  <a:srgbClr val="F5F7FA"/>
                </a:solidFill>
                <a:latin typeface="Arial"/>
                <a:ea typeface="Arial"/>
                <a:cs typeface="Arial"/>
              </a:defRPr>
            </a:lvl7pPr>
            <a:lvl8pPr algn="l">
              <a:buNone/>
              <a:defRPr sz="2850" b="1">
                <a:solidFill>
                  <a:srgbClr val="F5F7FA"/>
                </a:solidFill>
                <a:latin typeface="Arial"/>
                <a:ea typeface="Arial"/>
                <a:cs typeface="Arial"/>
              </a:defRPr>
            </a:lvl8pPr>
            <a:lvl9pPr algn="l">
              <a:buNone/>
              <a:defRPr sz="2850" b="1">
                <a:solidFill>
                  <a:srgbClr val="F5F7FA"/>
                </a:solidFill>
                <a:latin typeface="Arial"/>
                <a:ea typeface="Arial"/>
                <a:cs typeface="Arial"/>
              </a:defRPr>
            </a:lvl9pPr>
          </a:lstStyle>
          <a:p xmlns:a="http://schemas.openxmlformats.org/drawingml/2006/main">
            <a:pPr algn="l">
              <a:lnSpc>
                <a:spcPct val="108000"/>
              </a:lnSpc>
              <a:buNone/>
              <a:defRPr sz="2850" b="1">
                <a:solidFill>
                  <a:srgbClr val="F5F7FA"/>
                </a:solidFill>
                <a:latin typeface="Arial"/>
                <a:ea typeface="Arial"/>
                <a:cs typeface="Arial"/>
              </a:defRPr>
            </a:pPr>
            <a:r>
              <a:rPr sz="2850" b="1">
                <a:solidFill>
                  <a:srgbClr val="F5F7FA"/>
                </a:solidFill>
                <a:latin typeface="Arial"/>
                <a:ea typeface="Arial"/>
                <a:cs typeface="Arial"/>
              </a:rPr>
              <a:t>Invoice chains matter across borders.</a:t>
            </a:r>
          </a:p>
        </p:txBody>
      </p:sp>
      <p:sp>
        <p:nvSpPr>
          <p:cNvPr id="3" name="">
            <a:extLst xmlns:a="http://schemas.openxmlformats.org/drawingml/2006/main">
              <a:ext uri="{FF2B5EF4-FFF2-40B4-BE49-F238E27FC236}">
                <a16:creationId xmlns:a16="http://schemas.microsoft.com/office/drawing/2014/main" id="{4C5A0176-EAFD-479E-9EB9-CFDB4D242101}"/>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2B3D5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A4A1D9-6668-4D52-B991-F819B651F958}"/>
              </a:ext>
            </a:extLst>
          </p:cNvPr>
          <p:cNvSpPr>
            <a:spLocks xmlns:a="http://schemas.openxmlformats.org/drawingml/2006/main" noGrp="1"/>
          </p:cNvSpPr>
          <p:nvPr/>
        </p:nvSpPr>
        <p:spPr>
          <a:xfrm xmlns:a="http://schemas.openxmlformats.org/drawingml/2006/main">
            <a:off x="609600" y="64198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A8B5C8"/>
                </a:solidFill>
                <a:latin typeface="Arial"/>
                <a:ea typeface="Arial"/>
                <a:cs typeface="Arial"/>
              </a:defRPr>
            </a:defPPr>
            <a:lvl1pPr algn="l">
              <a:buNone/>
              <a:defRPr sz="825" b="1">
                <a:solidFill>
                  <a:srgbClr val="A8B5C8"/>
                </a:solidFill>
                <a:latin typeface="Arial"/>
                <a:ea typeface="Arial"/>
                <a:cs typeface="Arial"/>
              </a:defRPr>
            </a:lvl1pPr>
            <a:lvl2pPr algn="l">
              <a:buNone/>
              <a:defRPr sz="825" b="1">
                <a:solidFill>
                  <a:srgbClr val="A8B5C8"/>
                </a:solidFill>
                <a:latin typeface="Arial"/>
                <a:ea typeface="Arial"/>
                <a:cs typeface="Arial"/>
              </a:defRPr>
            </a:lvl2pPr>
            <a:lvl3pPr algn="l">
              <a:buNone/>
              <a:defRPr sz="825" b="1">
                <a:solidFill>
                  <a:srgbClr val="A8B5C8"/>
                </a:solidFill>
                <a:latin typeface="Arial"/>
                <a:ea typeface="Arial"/>
                <a:cs typeface="Arial"/>
              </a:defRPr>
            </a:lvl3pPr>
            <a:lvl4pPr algn="l">
              <a:buNone/>
              <a:defRPr sz="825" b="1">
                <a:solidFill>
                  <a:srgbClr val="A8B5C8"/>
                </a:solidFill>
                <a:latin typeface="Arial"/>
                <a:ea typeface="Arial"/>
                <a:cs typeface="Arial"/>
              </a:defRPr>
            </a:lvl4pPr>
            <a:lvl5pPr algn="l">
              <a:buNone/>
              <a:defRPr sz="825" b="1">
                <a:solidFill>
                  <a:srgbClr val="A8B5C8"/>
                </a:solidFill>
                <a:latin typeface="Arial"/>
                <a:ea typeface="Arial"/>
                <a:cs typeface="Arial"/>
              </a:defRPr>
            </a:lvl5pPr>
            <a:lvl6pPr algn="l">
              <a:buNone/>
              <a:defRPr sz="825" b="1">
                <a:solidFill>
                  <a:srgbClr val="A8B5C8"/>
                </a:solidFill>
                <a:latin typeface="Arial"/>
                <a:ea typeface="Arial"/>
                <a:cs typeface="Arial"/>
              </a:defRPr>
            </a:lvl6pPr>
            <a:lvl7pPr algn="l">
              <a:buNone/>
              <a:defRPr sz="825" b="1">
                <a:solidFill>
                  <a:srgbClr val="A8B5C8"/>
                </a:solidFill>
                <a:latin typeface="Arial"/>
                <a:ea typeface="Arial"/>
                <a:cs typeface="Arial"/>
              </a:defRPr>
            </a:lvl7pPr>
            <a:lvl8pPr algn="l">
              <a:buNone/>
              <a:defRPr sz="825" b="1">
                <a:solidFill>
                  <a:srgbClr val="A8B5C8"/>
                </a:solidFill>
                <a:latin typeface="Arial"/>
                <a:ea typeface="Arial"/>
                <a:cs typeface="Arial"/>
              </a:defRPr>
            </a:lvl8pPr>
            <a:lvl9pPr algn="l">
              <a:buNone/>
              <a:defRPr sz="825" b="1">
                <a:solidFill>
                  <a:srgbClr val="A8B5C8"/>
                </a:solidFill>
                <a:latin typeface="Arial"/>
                <a:ea typeface="Arial"/>
                <a:cs typeface="Arial"/>
              </a:defRPr>
            </a:lvl9pPr>
          </a:lstStyle>
          <a:p xmlns:a="http://schemas.openxmlformats.org/drawingml/2006/main">
            <a:pPr algn="l">
              <a:lnSpc>
                <a:spcPct val="108000"/>
              </a:lnSpc>
              <a:buNone/>
              <a:defRPr sz="825" b="1">
                <a:solidFill>
                  <a:srgbClr val="A8B5C8"/>
                </a:solidFill>
                <a:latin typeface="Arial"/>
                <a:ea typeface="Arial"/>
                <a:cs typeface="Arial"/>
              </a:defRPr>
            </a:pPr>
            <a:r>
              <a:rPr sz="825" b="1">
                <a:solidFill>
                  <a:srgbClr val="A8B5C8"/>
                </a:solidFill>
                <a:latin typeface="Arial"/>
                <a:ea typeface="Arial"/>
                <a:cs typeface="Arial"/>
              </a:rPr>
              <a:t>EXATHON INDIA 2026  /  GST EVIDENCE RECONCILIATION</a:t>
            </a:r>
          </a:p>
        </p:txBody>
      </p:sp>
      <p:sp>
        <p:nvSpPr>
          <p:cNvPr id="5" name="">
            <a:extLst xmlns:a="http://schemas.openxmlformats.org/drawingml/2006/main">
              <a:ext uri="{FF2B5EF4-FFF2-40B4-BE49-F238E27FC236}">
                <a16:creationId xmlns:a16="http://schemas.microsoft.com/office/drawing/2014/main" id="{69B0C52E-2E08-4EC6-986C-6C628A167E92}"/>
              </a:ext>
            </a:extLst>
          </p:cNvPr>
          <p:cNvSpPr>
            <a:spLocks xmlns:a="http://schemas.openxmlformats.org/drawingml/2006/main" noGrp="1"/>
          </p:cNvSpPr>
          <p:nvPr/>
        </p:nvSpPr>
        <p:spPr>
          <a:xfrm xmlns:a="http://schemas.openxmlformats.org/drawingml/2006/main">
            <a:off x="11049000" y="64198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A8B5C8"/>
                </a:solidFill>
                <a:latin typeface="Arial"/>
                <a:ea typeface="Arial"/>
                <a:cs typeface="Arial"/>
              </a:defRPr>
            </a:defPPr>
            <a:lvl1pPr algn="r">
              <a:buNone/>
              <a:defRPr sz="825" b="1">
                <a:solidFill>
                  <a:srgbClr val="A8B5C8"/>
                </a:solidFill>
                <a:latin typeface="Arial"/>
                <a:ea typeface="Arial"/>
                <a:cs typeface="Arial"/>
              </a:defRPr>
            </a:lvl1pPr>
            <a:lvl2pPr algn="r">
              <a:buNone/>
              <a:defRPr sz="825" b="1">
                <a:solidFill>
                  <a:srgbClr val="A8B5C8"/>
                </a:solidFill>
                <a:latin typeface="Arial"/>
                <a:ea typeface="Arial"/>
                <a:cs typeface="Arial"/>
              </a:defRPr>
            </a:lvl2pPr>
            <a:lvl3pPr algn="r">
              <a:buNone/>
              <a:defRPr sz="825" b="1">
                <a:solidFill>
                  <a:srgbClr val="A8B5C8"/>
                </a:solidFill>
                <a:latin typeface="Arial"/>
                <a:ea typeface="Arial"/>
                <a:cs typeface="Arial"/>
              </a:defRPr>
            </a:lvl3pPr>
            <a:lvl4pPr algn="r">
              <a:buNone/>
              <a:defRPr sz="825" b="1">
                <a:solidFill>
                  <a:srgbClr val="A8B5C8"/>
                </a:solidFill>
                <a:latin typeface="Arial"/>
                <a:ea typeface="Arial"/>
                <a:cs typeface="Arial"/>
              </a:defRPr>
            </a:lvl4pPr>
            <a:lvl5pPr algn="r">
              <a:buNone/>
              <a:defRPr sz="825" b="1">
                <a:solidFill>
                  <a:srgbClr val="A8B5C8"/>
                </a:solidFill>
                <a:latin typeface="Arial"/>
                <a:ea typeface="Arial"/>
                <a:cs typeface="Arial"/>
              </a:defRPr>
            </a:lvl5pPr>
            <a:lvl6pPr algn="r">
              <a:buNone/>
              <a:defRPr sz="825" b="1">
                <a:solidFill>
                  <a:srgbClr val="A8B5C8"/>
                </a:solidFill>
                <a:latin typeface="Arial"/>
                <a:ea typeface="Arial"/>
                <a:cs typeface="Arial"/>
              </a:defRPr>
            </a:lvl6pPr>
            <a:lvl7pPr algn="r">
              <a:buNone/>
              <a:defRPr sz="825" b="1">
                <a:solidFill>
                  <a:srgbClr val="A8B5C8"/>
                </a:solidFill>
                <a:latin typeface="Arial"/>
                <a:ea typeface="Arial"/>
                <a:cs typeface="Arial"/>
              </a:defRPr>
            </a:lvl7pPr>
            <a:lvl8pPr algn="r">
              <a:buNone/>
              <a:defRPr sz="825" b="1">
                <a:solidFill>
                  <a:srgbClr val="A8B5C8"/>
                </a:solidFill>
                <a:latin typeface="Arial"/>
                <a:ea typeface="Arial"/>
                <a:cs typeface="Arial"/>
              </a:defRPr>
            </a:lvl8pPr>
            <a:lvl9pPr algn="r">
              <a:buNone/>
              <a:defRPr sz="825" b="1">
                <a:solidFill>
                  <a:srgbClr val="A8B5C8"/>
                </a:solidFill>
                <a:latin typeface="Arial"/>
                <a:ea typeface="Arial"/>
                <a:cs typeface="Arial"/>
              </a:defRPr>
            </a:lvl9pPr>
          </a:lstStyle>
          <a:p xmlns:a="http://schemas.openxmlformats.org/drawingml/2006/main">
            <a:pPr algn="r">
              <a:lnSpc>
                <a:spcPct val="108000"/>
              </a:lnSpc>
              <a:buNone/>
              <a:defRPr sz="825" b="1">
                <a:solidFill>
                  <a:srgbClr val="A8B5C8"/>
                </a:solidFill>
                <a:latin typeface="Arial"/>
                <a:ea typeface="Arial"/>
                <a:cs typeface="Arial"/>
              </a:defRPr>
            </a:pPr>
            <a:r>
              <a:rPr sz="825" b="1">
                <a:solidFill>
                  <a:srgbClr val="A8B5C8"/>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AFDCF271-7314-45D3-9A40-A2D23C1CB69E}"/>
              </a:ext>
            </a:extLst>
          </p:cNvPr>
          <p:cNvSpPr>
            <a:spLocks xmlns:a="http://schemas.openxmlformats.org/drawingml/2006/main" noGrp="1"/>
          </p:cNvSpPr>
          <p:nvPr/>
        </p:nvSpPr>
        <p:spPr>
          <a:xfrm xmlns:a="http://schemas.openxmlformats.org/drawingml/2006/main">
            <a:off x="609600" y="149542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5F7FA"/>
                </a:solidFill>
                <a:latin typeface="Arial"/>
                <a:ea typeface="Arial"/>
                <a:cs typeface="Arial"/>
              </a:defRPr>
            </a:defPPr>
            <a:lvl1pPr algn="l">
              <a:buNone/>
              <a:defRPr sz="1725" b="1">
                <a:solidFill>
                  <a:srgbClr val="F5F7FA"/>
                </a:solidFill>
                <a:latin typeface="Arial"/>
                <a:ea typeface="Arial"/>
                <a:cs typeface="Arial"/>
              </a:defRPr>
            </a:lvl1pPr>
            <a:lvl2pPr algn="l">
              <a:buNone/>
              <a:defRPr sz="1725" b="1">
                <a:solidFill>
                  <a:srgbClr val="F5F7FA"/>
                </a:solidFill>
                <a:latin typeface="Arial"/>
                <a:ea typeface="Arial"/>
                <a:cs typeface="Arial"/>
              </a:defRPr>
            </a:lvl2pPr>
            <a:lvl3pPr algn="l">
              <a:buNone/>
              <a:defRPr sz="1725" b="1">
                <a:solidFill>
                  <a:srgbClr val="F5F7FA"/>
                </a:solidFill>
                <a:latin typeface="Arial"/>
                <a:ea typeface="Arial"/>
                <a:cs typeface="Arial"/>
              </a:defRPr>
            </a:lvl3pPr>
            <a:lvl4pPr algn="l">
              <a:buNone/>
              <a:defRPr sz="1725" b="1">
                <a:solidFill>
                  <a:srgbClr val="F5F7FA"/>
                </a:solidFill>
                <a:latin typeface="Arial"/>
                <a:ea typeface="Arial"/>
                <a:cs typeface="Arial"/>
              </a:defRPr>
            </a:lvl4pPr>
            <a:lvl5pPr algn="l">
              <a:buNone/>
              <a:defRPr sz="1725" b="1">
                <a:solidFill>
                  <a:srgbClr val="F5F7FA"/>
                </a:solidFill>
                <a:latin typeface="Arial"/>
                <a:ea typeface="Arial"/>
                <a:cs typeface="Arial"/>
              </a:defRPr>
            </a:lvl5pPr>
            <a:lvl6pPr algn="l">
              <a:buNone/>
              <a:defRPr sz="1725" b="1">
                <a:solidFill>
                  <a:srgbClr val="F5F7FA"/>
                </a:solidFill>
                <a:latin typeface="Arial"/>
                <a:ea typeface="Arial"/>
                <a:cs typeface="Arial"/>
              </a:defRPr>
            </a:lvl6pPr>
            <a:lvl7pPr algn="l">
              <a:buNone/>
              <a:defRPr sz="1725" b="1">
                <a:solidFill>
                  <a:srgbClr val="F5F7FA"/>
                </a:solidFill>
                <a:latin typeface="Arial"/>
                <a:ea typeface="Arial"/>
                <a:cs typeface="Arial"/>
              </a:defRPr>
            </a:lvl7pPr>
            <a:lvl8pPr algn="l">
              <a:buNone/>
              <a:defRPr sz="1725" b="1">
                <a:solidFill>
                  <a:srgbClr val="F5F7FA"/>
                </a:solidFill>
                <a:latin typeface="Arial"/>
                <a:ea typeface="Arial"/>
                <a:cs typeface="Arial"/>
              </a:defRPr>
            </a:lvl8pPr>
            <a:lvl9pPr algn="l">
              <a:buNone/>
              <a:defRPr sz="1725" b="1">
                <a:solidFill>
                  <a:srgbClr val="F5F7FA"/>
                </a:solidFill>
                <a:latin typeface="Arial"/>
                <a:ea typeface="Arial"/>
                <a:cs typeface="Arial"/>
              </a:defRPr>
            </a:lvl9pPr>
          </a:lstStyle>
          <a:p xmlns:a="http://schemas.openxmlformats.org/drawingml/2006/main">
            <a:pPr algn="l">
              <a:lnSpc>
                <a:spcPct val="108000"/>
              </a:lnSpc>
              <a:buNone/>
              <a:defRPr sz="1725" b="1">
                <a:solidFill>
                  <a:srgbClr val="F5F7FA"/>
                </a:solidFill>
                <a:latin typeface="Arial"/>
                <a:ea typeface="Arial"/>
                <a:cs typeface="Arial"/>
              </a:defRPr>
            </a:pPr>
            <a:r>
              <a:rPr sz="1725" b="1">
                <a:solidFill>
                  <a:srgbClr val="F5F7FA"/>
                </a:solidFill>
                <a:latin typeface="Arial"/>
                <a:ea typeface="Arial"/>
                <a:cs typeface="Arial"/>
              </a:rPr>
              <a:t>The reconciliation idea travels. The tax rules do not.</a:t>
            </a:r>
          </a:p>
        </p:txBody>
      </p:sp>
      <p:sp>
        <p:nvSpPr>
          <p:cNvPr id="7" name="">
            <a:extLst xmlns:a="http://schemas.openxmlformats.org/drawingml/2006/main">
              <a:ext uri="{FF2B5EF4-FFF2-40B4-BE49-F238E27FC236}">
                <a16:creationId xmlns:a16="http://schemas.microsoft.com/office/drawing/2014/main" id="{CC9255BD-E785-4537-A2D5-EAE43479D497}"/>
              </a:ext>
            </a:extLst>
          </p:cNvPr>
          <p:cNvSpPr>
            <a:spLocks xmlns:a="http://schemas.openxmlformats.org/drawingml/2006/main" noGrp="1"/>
          </p:cNvSpPr>
          <p:nvPr/>
        </p:nvSpPr>
        <p:spPr>
          <a:xfrm xmlns:a="http://schemas.openxmlformats.org/drawingml/2006/main">
            <a:off x="819150" y="2714625"/>
            <a:ext cx="2381250" cy="1104900"/>
          </a:xfrm>
          <a:prstGeom xmlns:a="http://schemas.openxmlformats.org/drawingml/2006/main" prst="roundRect">
            <a:avLst>
              <a:gd name="adj" fmla="val 15517"/>
            </a:avLst>
          </a:prstGeom>
          <a:solidFill xmlns:a="http://schemas.openxmlformats.org/drawingml/2006/main">
            <a:srgbClr val="14223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7D19A82-9561-4BBF-8536-8090E1618513}"/>
              </a:ext>
            </a:extLst>
          </p:cNvPr>
          <p:cNvSpPr>
            <a:spLocks xmlns:a="http://schemas.openxmlformats.org/drawingml/2006/main" noGrp="1"/>
          </p:cNvSpPr>
          <p:nvPr/>
        </p:nvSpPr>
        <p:spPr>
          <a:xfrm xmlns:a="http://schemas.openxmlformats.org/drawingml/2006/main">
            <a:off x="10096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63E6BE"/>
                </a:solidFill>
                <a:latin typeface="Arial"/>
                <a:ea typeface="Arial"/>
                <a:cs typeface="Arial"/>
              </a:defRPr>
            </a:defPPr>
            <a:lvl1pPr algn="ctr">
              <a:buNone/>
              <a:defRPr sz="1500" b="1">
                <a:solidFill>
                  <a:srgbClr val="63E6BE"/>
                </a:solidFill>
                <a:latin typeface="Arial"/>
                <a:ea typeface="Arial"/>
                <a:cs typeface="Arial"/>
              </a:defRPr>
            </a:lvl1pPr>
            <a:lvl2pPr algn="ctr">
              <a:buNone/>
              <a:defRPr sz="1500" b="1">
                <a:solidFill>
                  <a:srgbClr val="63E6BE"/>
                </a:solidFill>
                <a:latin typeface="Arial"/>
                <a:ea typeface="Arial"/>
                <a:cs typeface="Arial"/>
              </a:defRPr>
            </a:lvl2pPr>
            <a:lvl3pPr algn="ctr">
              <a:buNone/>
              <a:defRPr sz="1500" b="1">
                <a:solidFill>
                  <a:srgbClr val="63E6BE"/>
                </a:solidFill>
                <a:latin typeface="Arial"/>
                <a:ea typeface="Arial"/>
                <a:cs typeface="Arial"/>
              </a:defRPr>
            </a:lvl3pPr>
            <a:lvl4pPr algn="ctr">
              <a:buNone/>
              <a:defRPr sz="1500" b="1">
                <a:solidFill>
                  <a:srgbClr val="63E6BE"/>
                </a:solidFill>
                <a:latin typeface="Arial"/>
                <a:ea typeface="Arial"/>
                <a:cs typeface="Arial"/>
              </a:defRPr>
            </a:lvl4pPr>
            <a:lvl5pPr algn="ctr">
              <a:buNone/>
              <a:defRPr sz="1500" b="1">
                <a:solidFill>
                  <a:srgbClr val="63E6BE"/>
                </a:solidFill>
                <a:latin typeface="Arial"/>
                <a:ea typeface="Arial"/>
                <a:cs typeface="Arial"/>
              </a:defRPr>
            </a:lvl5pPr>
            <a:lvl6pPr algn="ctr">
              <a:buNone/>
              <a:defRPr sz="1500" b="1">
                <a:solidFill>
                  <a:srgbClr val="63E6BE"/>
                </a:solidFill>
                <a:latin typeface="Arial"/>
                <a:ea typeface="Arial"/>
                <a:cs typeface="Arial"/>
              </a:defRPr>
            </a:lvl6pPr>
            <a:lvl7pPr algn="ctr">
              <a:buNone/>
              <a:defRPr sz="1500" b="1">
                <a:solidFill>
                  <a:srgbClr val="63E6BE"/>
                </a:solidFill>
                <a:latin typeface="Arial"/>
                <a:ea typeface="Arial"/>
                <a:cs typeface="Arial"/>
              </a:defRPr>
            </a:lvl7pPr>
            <a:lvl8pPr algn="ctr">
              <a:buNone/>
              <a:defRPr sz="1500" b="1">
                <a:solidFill>
                  <a:srgbClr val="63E6BE"/>
                </a:solidFill>
                <a:latin typeface="Arial"/>
                <a:ea typeface="Arial"/>
                <a:cs typeface="Arial"/>
              </a:defRPr>
            </a:lvl8pPr>
            <a:lvl9pPr algn="ctr">
              <a:buNone/>
              <a:defRPr sz="1500" b="1">
                <a:solidFill>
                  <a:srgbClr val="63E6BE"/>
                </a:solidFill>
                <a:latin typeface="Arial"/>
                <a:ea typeface="Arial"/>
                <a:cs typeface="Arial"/>
              </a:defRPr>
            </a:lvl9pPr>
          </a:lstStyle>
          <a:p xmlns:a="http://schemas.openxmlformats.org/drawingml/2006/main">
            <a:pPr algn="ctr">
              <a:lnSpc>
                <a:spcPct val="108000"/>
              </a:lnSpc>
              <a:buNone/>
              <a:defRPr sz="1500" b="1">
                <a:solidFill>
                  <a:srgbClr val="63E6BE"/>
                </a:solidFill>
                <a:latin typeface="Arial"/>
                <a:ea typeface="Arial"/>
                <a:cs typeface="Arial"/>
              </a:defRPr>
            </a:pPr>
            <a:r>
              <a:rPr sz="1500" b="1">
                <a:solidFill>
                  <a:srgbClr val="63E6BE"/>
                </a:solidFill>
                <a:latin typeface="Arial"/>
                <a:ea typeface="Arial"/>
                <a:cs typeface="Arial"/>
              </a:rPr>
              <a:t>German suppliers</a:t>
            </a:r>
          </a:p>
        </p:txBody>
      </p:sp>
      <p:sp>
        <p:nvSpPr>
          <p:cNvPr id="9" name="">
            <a:extLst xmlns:a="http://schemas.openxmlformats.org/drawingml/2006/main">
              <a:ext uri="{FF2B5EF4-FFF2-40B4-BE49-F238E27FC236}">
                <a16:creationId xmlns:a16="http://schemas.microsoft.com/office/drawing/2014/main" id="{4356E238-5C03-4EED-B085-9DE6FF551576}"/>
              </a:ext>
            </a:extLst>
          </p:cNvPr>
          <p:cNvSpPr>
            <a:spLocks xmlns:a="http://schemas.openxmlformats.org/drawingml/2006/main" noGrp="1"/>
          </p:cNvSpPr>
          <p:nvPr/>
        </p:nvSpPr>
        <p:spPr>
          <a:xfrm xmlns:a="http://schemas.openxmlformats.org/drawingml/2006/main">
            <a:off x="1009650" y="3333750"/>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A8B5C8"/>
                </a:solidFill>
                <a:latin typeface="Arial"/>
                <a:ea typeface="Arial"/>
                <a:cs typeface="Arial"/>
              </a:defRPr>
            </a:defPPr>
            <a:lvl1pPr algn="ctr">
              <a:buNone/>
              <a:defRPr sz="1050" b="0">
                <a:solidFill>
                  <a:srgbClr val="A8B5C8"/>
                </a:solidFill>
                <a:latin typeface="Arial"/>
                <a:ea typeface="Arial"/>
                <a:cs typeface="Arial"/>
              </a:defRPr>
            </a:lvl1pPr>
            <a:lvl2pPr algn="ctr">
              <a:buNone/>
              <a:defRPr sz="1050" b="0">
                <a:solidFill>
                  <a:srgbClr val="A8B5C8"/>
                </a:solidFill>
                <a:latin typeface="Arial"/>
                <a:ea typeface="Arial"/>
                <a:cs typeface="Arial"/>
              </a:defRPr>
            </a:lvl2pPr>
            <a:lvl3pPr algn="ctr">
              <a:buNone/>
              <a:defRPr sz="1050" b="0">
                <a:solidFill>
                  <a:srgbClr val="A8B5C8"/>
                </a:solidFill>
                <a:latin typeface="Arial"/>
                <a:ea typeface="Arial"/>
                <a:cs typeface="Arial"/>
              </a:defRPr>
            </a:lvl3pPr>
            <a:lvl4pPr algn="ctr">
              <a:buNone/>
              <a:defRPr sz="1050" b="0">
                <a:solidFill>
                  <a:srgbClr val="A8B5C8"/>
                </a:solidFill>
                <a:latin typeface="Arial"/>
                <a:ea typeface="Arial"/>
                <a:cs typeface="Arial"/>
              </a:defRPr>
            </a:lvl4pPr>
            <a:lvl5pPr algn="ctr">
              <a:buNone/>
              <a:defRPr sz="1050" b="0">
                <a:solidFill>
                  <a:srgbClr val="A8B5C8"/>
                </a:solidFill>
                <a:latin typeface="Arial"/>
                <a:ea typeface="Arial"/>
                <a:cs typeface="Arial"/>
              </a:defRPr>
            </a:lvl5pPr>
            <a:lvl6pPr algn="ctr">
              <a:buNone/>
              <a:defRPr sz="1050" b="0">
                <a:solidFill>
                  <a:srgbClr val="A8B5C8"/>
                </a:solidFill>
                <a:latin typeface="Arial"/>
                <a:ea typeface="Arial"/>
                <a:cs typeface="Arial"/>
              </a:defRPr>
            </a:lvl6pPr>
            <a:lvl7pPr algn="ctr">
              <a:buNone/>
              <a:defRPr sz="1050" b="0">
                <a:solidFill>
                  <a:srgbClr val="A8B5C8"/>
                </a:solidFill>
                <a:latin typeface="Arial"/>
                <a:ea typeface="Arial"/>
                <a:cs typeface="Arial"/>
              </a:defRPr>
            </a:lvl7pPr>
            <a:lvl8pPr algn="ctr">
              <a:buNone/>
              <a:defRPr sz="1050" b="0">
                <a:solidFill>
                  <a:srgbClr val="A8B5C8"/>
                </a:solidFill>
                <a:latin typeface="Arial"/>
                <a:ea typeface="Arial"/>
                <a:cs typeface="Arial"/>
              </a:defRPr>
            </a:lvl8pPr>
            <a:lvl9pPr algn="ctr">
              <a:buNone/>
              <a:defRPr sz="1050" b="0">
                <a:solidFill>
                  <a:srgbClr val="A8B5C8"/>
                </a:solidFill>
                <a:latin typeface="Arial"/>
                <a:ea typeface="Arial"/>
                <a:cs typeface="Arial"/>
              </a:defRPr>
            </a:lvl9pPr>
          </a:lstStyle>
          <a:p xmlns:a="http://schemas.openxmlformats.org/drawingml/2006/main">
            <a:pPr algn="ctr">
              <a:lnSpc>
                <a:spcPct val="108000"/>
              </a:lnSpc>
              <a:buNone/>
              <a:defRPr sz="1050" b="0">
                <a:solidFill>
                  <a:srgbClr val="A8B5C8"/>
                </a:solidFill>
                <a:latin typeface="Arial"/>
                <a:ea typeface="Arial"/>
                <a:cs typeface="Arial"/>
              </a:defRPr>
            </a:pPr>
            <a:r>
              <a:rPr sz="1050" b="0">
                <a:solidFill>
                  <a:srgbClr val="A8B5C8"/>
                </a:solidFill>
                <a:latin typeface="Arial"/>
                <a:ea typeface="Arial"/>
                <a:cs typeface="Arial"/>
              </a:rPr>
              <a:t>reported purchases</a:t>
            </a:r>
          </a:p>
        </p:txBody>
      </p:sp>
      <p:sp>
        <p:nvSpPr>
          <p:cNvPr id="10" name="">
            <a:extLst xmlns:a="http://schemas.openxmlformats.org/drawingml/2006/main">
              <a:ext uri="{FF2B5EF4-FFF2-40B4-BE49-F238E27FC236}">
                <a16:creationId xmlns:a16="http://schemas.microsoft.com/office/drawing/2014/main" id="{03207156-49CA-4EB8-8920-DB474EABC2FB}"/>
              </a:ext>
            </a:extLst>
          </p:cNvPr>
          <p:cNvSpPr>
            <a:spLocks xmlns:a="http://schemas.openxmlformats.org/drawingml/2006/main" noGrp="1"/>
          </p:cNvSpPr>
          <p:nvPr/>
        </p:nvSpPr>
        <p:spPr>
          <a:xfrm xmlns:a="http://schemas.openxmlformats.org/drawingml/2006/main">
            <a:off x="4572000" y="2714625"/>
            <a:ext cx="2762250" cy="1104900"/>
          </a:xfrm>
          <a:prstGeom xmlns:a="http://schemas.openxmlformats.org/drawingml/2006/main" prst="roundRect">
            <a:avLst>
              <a:gd name="adj" fmla="val 15517"/>
            </a:avLst>
          </a:prstGeom>
          <a:solidFill xmlns:a="http://schemas.openxmlformats.org/drawingml/2006/main">
            <a:srgbClr val="1422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2414C9C-1E9C-4C7C-A369-3051D23710B5}"/>
              </a:ext>
            </a:extLst>
          </p:cNvPr>
          <p:cNvSpPr>
            <a:spLocks xmlns:a="http://schemas.openxmlformats.org/drawingml/2006/main" noGrp="1"/>
          </p:cNvSpPr>
          <p:nvPr/>
        </p:nvSpPr>
        <p:spPr>
          <a:xfrm xmlns:a="http://schemas.openxmlformats.org/drawingml/2006/main">
            <a:off x="4762500" y="2914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2C879"/>
                </a:solidFill>
                <a:latin typeface="Arial"/>
                <a:ea typeface="Arial"/>
                <a:cs typeface="Arial"/>
              </a:defRPr>
            </a:defPPr>
            <a:lvl1pPr algn="ctr">
              <a:buNone/>
              <a:defRPr sz="1500" b="1">
                <a:solidFill>
                  <a:srgbClr val="F2C879"/>
                </a:solidFill>
                <a:latin typeface="Arial"/>
                <a:ea typeface="Arial"/>
                <a:cs typeface="Arial"/>
              </a:defRPr>
            </a:lvl1pPr>
            <a:lvl2pPr algn="ctr">
              <a:buNone/>
              <a:defRPr sz="1500" b="1">
                <a:solidFill>
                  <a:srgbClr val="F2C879"/>
                </a:solidFill>
                <a:latin typeface="Arial"/>
                <a:ea typeface="Arial"/>
                <a:cs typeface="Arial"/>
              </a:defRPr>
            </a:lvl2pPr>
            <a:lvl3pPr algn="ctr">
              <a:buNone/>
              <a:defRPr sz="1500" b="1">
                <a:solidFill>
                  <a:srgbClr val="F2C879"/>
                </a:solidFill>
                <a:latin typeface="Arial"/>
                <a:ea typeface="Arial"/>
                <a:cs typeface="Arial"/>
              </a:defRPr>
            </a:lvl3pPr>
            <a:lvl4pPr algn="ctr">
              <a:buNone/>
              <a:defRPr sz="1500" b="1">
                <a:solidFill>
                  <a:srgbClr val="F2C879"/>
                </a:solidFill>
                <a:latin typeface="Arial"/>
                <a:ea typeface="Arial"/>
                <a:cs typeface="Arial"/>
              </a:defRPr>
            </a:lvl4pPr>
            <a:lvl5pPr algn="ctr">
              <a:buNone/>
              <a:defRPr sz="1500" b="1">
                <a:solidFill>
                  <a:srgbClr val="F2C879"/>
                </a:solidFill>
                <a:latin typeface="Arial"/>
                <a:ea typeface="Arial"/>
                <a:cs typeface="Arial"/>
              </a:defRPr>
            </a:lvl5pPr>
            <a:lvl6pPr algn="ctr">
              <a:buNone/>
              <a:defRPr sz="1500" b="1">
                <a:solidFill>
                  <a:srgbClr val="F2C879"/>
                </a:solidFill>
                <a:latin typeface="Arial"/>
                <a:ea typeface="Arial"/>
                <a:cs typeface="Arial"/>
              </a:defRPr>
            </a:lvl6pPr>
            <a:lvl7pPr algn="ctr">
              <a:buNone/>
              <a:defRPr sz="1500" b="1">
                <a:solidFill>
                  <a:srgbClr val="F2C879"/>
                </a:solidFill>
                <a:latin typeface="Arial"/>
                <a:ea typeface="Arial"/>
                <a:cs typeface="Arial"/>
              </a:defRPr>
            </a:lvl7pPr>
            <a:lvl8pPr algn="ctr">
              <a:buNone/>
              <a:defRPr sz="1500" b="1">
                <a:solidFill>
                  <a:srgbClr val="F2C879"/>
                </a:solidFill>
                <a:latin typeface="Arial"/>
                <a:ea typeface="Arial"/>
                <a:cs typeface="Arial"/>
              </a:defRPr>
            </a:lvl8pPr>
            <a:lvl9pPr algn="ctr">
              <a:buNone/>
              <a:defRPr sz="1500" b="1">
                <a:solidFill>
                  <a:srgbClr val="F2C879"/>
                </a:solidFill>
                <a:latin typeface="Arial"/>
                <a:ea typeface="Arial"/>
                <a:cs typeface="Arial"/>
              </a:defRPr>
            </a:lvl9pPr>
          </a:lstStyle>
          <a:p xmlns:a="http://schemas.openxmlformats.org/drawingml/2006/main">
            <a:pPr algn="ctr">
              <a:lnSpc>
                <a:spcPct val="108000"/>
              </a:lnSpc>
              <a:buNone/>
              <a:defRPr sz="1500" b="1">
                <a:solidFill>
                  <a:srgbClr val="F2C879"/>
                </a:solidFill>
                <a:latin typeface="Arial"/>
                <a:ea typeface="Arial"/>
                <a:cs typeface="Arial"/>
              </a:defRPr>
            </a:pPr>
            <a:r>
              <a:rPr sz="1500" b="1">
                <a:solidFill>
                  <a:srgbClr val="F2C879"/>
                </a:solidFill>
                <a:latin typeface="Arial"/>
                <a:ea typeface="Arial"/>
                <a:cs typeface="Arial"/>
              </a:rPr>
              <a:t>Missing traders</a:t>
            </a:r>
          </a:p>
        </p:txBody>
      </p:sp>
      <p:sp>
        <p:nvSpPr>
          <p:cNvPr id="12" name="">
            <a:extLst xmlns:a="http://schemas.openxmlformats.org/drawingml/2006/main">
              <a:ext uri="{FF2B5EF4-FFF2-40B4-BE49-F238E27FC236}">
                <a16:creationId xmlns:a16="http://schemas.microsoft.com/office/drawing/2014/main" id="{45E37F91-F444-403C-BA07-649AE4A47BB9}"/>
              </a:ext>
            </a:extLst>
          </p:cNvPr>
          <p:cNvSpPr>
            <a:spLocks xmlns:a="http://schemas.openxmlformats.org/drawingml/2006/main" noGrp="1"/>
          </p:cNvSpPr>
          <p:nvPr/>
        </p:nvSpPr>
        <p:spPr>
          <a:xfrm xmlns:a="http://schemas.openxmlformats.org/drawingml/2006/main">
            <a:off x="4762500" y="33337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A8B5C8"/>
                </a:solidFill>
                <a:latin typeface="Arial"/>
                <a:ea typeface="Arial"/>
                <a:cs typeface="Arial"/>
              </a:defRPr>
            </a:defPPr>
            <a:lvl1pPr algn="ctr">
              <a:buNone/>
              <a:defRPr sz="1050" b="0">
                <a:solidFill>
                  <a:srgbClr val="A8B5C8"/>
                </a:solidFill>
                <a:latin typeface="Arial"/>
                <a:ea typeface="Arial"/>
                <a:cs typeface="Arial"/>
              </a:defRPr>
            </a:lvl1pPr>
            <a:lvl2pPr algn="ctr">
              <a:buNone/>
              <a:defRPr sz="1050" b="0">
                <a:solidFill>
                  <a:srgbClr val="A8B5C8"/>
                </a:solidFill>
                <a:latin typeface="Arial"/>
                <a:ea typeface="Arial"/>
                <a:cs typeface="Arial"/>
              </a:defRPr>
            </a:lvl2pPr>
            <a:lvl3pPr algn="ctr">
              <a:buNone/>
              <a:defRPr sz="1050" b="0">
                <a:solidFill>
                  <a:srgbClr val="A8B5C8"/>
                </a:solidFill>
                <a:latin typeface="Arial"/>
                <a:ea typeface="Arial"/>
                <a:cs typeface="Arial"/>
              </a:defRPr>
            </a:lvl3pPr>
            <a:lvl4pPr algn="ctr">
              <a:buNone/>
              <a:defRPr sz="1050" b="0">
                <a:solidFill>
                  <a:srgbClr val="A8B5C8"/>
                </a:solidFill>
                <a:latin typeface="Arial"/>
                <a:ea typeface="Arial"/>
                <a:cs typeface="Arial"/>
              </a:defRPr>
            </a:lvl4pPr>
            <a:lvl5pPr algn="ctr">
              <a:buNone/>
              <a:defRPr sz="1050" b="0">
                <a:solidFill>
                  <a:srgbClr val="A8B5C8"/>
                </a:solidFill>
                <a:latin typeface="Arial"/>
                <a:ea typeface="Arial"/>
                <a:cs typeface="Arial"/>
              </a:defRPr>
            </a:lvl5pPr>
            <a:lvl6pPr algn="ctr">
              <a:buNone/>
              <a:defRPr sz="1050" b="0">
                <a:solidFill>
                  <a:srgbClr val="A8B5C8"/>
                </a:solidFill>
                <a:latin typeface="Arial"/>
                <a:ea typeface="Arial"/>
                <a:cs typeface="Arial"/>
              </a:defRPr>
            </a:lvl6pPr>
            <a:lvl7pPr algn="ctr">
              <a:buNone/>
              <a:defRPr sz="1050" b="0">
                <a:solidFill>
                  <a:srgbClr val="A8B5C8"/>
                </a:solidFill>
                <a:latin typeface="Arial"/>
                <a:ea typeface="Arial"/>
                <a:cs typeface="Arial"/>
              </a:defRPr>
            </a:lvl7pPr>
            <a:lvl8pPr algn="ctr">
              <a:buNone/>
              <a:defRPr sz="1050" b="0">
                <a:solidFill>
                  <a:srgbClr val="A8B5C8"/>
                </a:solidFill>
                <a:latin typeface="Arial"/>
                <a:ea typeface="Arial"/>
                <a:cs typeface="Arial"/>
              </a:defRPr>
            </a:lvl8pPr>
            <a:lvl9pPr algn="ctr">
              <a:buNone/>
              <a:defRPr sz="1050" b="0">
                <a:solidFill>
                  <a:srgbClr val="A8B5C8"/>
                </a:solidFill>
                <a:latin typeface="Arial"/>
                <a:ea typeface="Arial"/>
                <a:cs typeface="Arial"/>
              </a:defRPr>
            </a:lvl9pPr>
          </a:lstStyle>
          <a:p xmlns:a="http://schemas.openxmlformats.org/drawingml/2006/main">
            <a:pPr algn="ctr">
              <a:lnSpc>
                <a:spcPct val="108000"/>
              </a:lnSpc>
              <a:buNone/>
              <a:defRPr sz="1050" b="0">
                <a:solidFill>
                  <a:srgbClr val="A8B5C8"/>
                </a:solidFill>
                <a:latin typeface="Arial"/>
                <a:ea typeface="Arial"/>
                <a:cs typeface="Arial"/>
              </a:defRPr>
            </a:pPr>
            <a:r>
              <a:rPr sz="1050" b="0">
                <a:solidFill>
                  <a:srgbClr val="A8B5C8"/>
                </a:solidFill>
                <a:latin typeface="Arial"/>
                <a:ea typeface="Arial"/>
                <a:cs typeface="Arial"/>
              </a:rPr>
              <a:t>cross-border sales chain</a:t>
            </a:r>
          </a:p>
        </p:txBody>
      </p:sp>
      <p:sp>
        <p:nvSpPr>
          <p:cNvPr id="13" name="">
            <a:extLst xmlns:a="http://schemas.openxmlformats.org/drawingml/2006/main">
              <a:ext uri="{FF2B5EF4-FFF2-40B4-BE49-F238E27FC236}">
                <a16:creationId xmlns:a16="http://schemas.microsoft.com/office/drawing/2014/main" id="{5D8C5F23-C259-4E7C-8E14-6330C1A06A75}"/>
              </a:ext>
            </a:extLst>
          </p:cNvPr>
          <p:cNvSpPr>
            <a:spLocks xmlns:a="http://schemas.openxmlformats.org/drawingml/2006/main" noGrp="1"/>
          </p:cNvSpPr>
          <p:nvPr/>
        </p:nvSpPr>
        <p:spPr>
          <a:xfrm xmlns:a="http://schemas.openxmlformats.org/drawingml/2006/main">
            <a:off x="8572500" y="2714625"/>
            <a:ext cx="2667000" cy="1104900"/>
          </a:xfrm>
          <a:prstGeom xmlns:a="http://schemas.openxmlformats.org/drawingml/2006/main" prst="roundRect">
            <a:avLst>
              <a:gd name="adj" fmla="val 15517"/>
            </a:avLst>
          </a:prstGeom>
          <a:solidFill xmlns:a="http://schemas.openxmlformats.org/drawingml/2006/main">
            <a:srgbClr val="14223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1F43A2D-9BC8-4F44-B001-E3BDAB962206}"/>
              </a:ext>
            </a:extLst>
          </p:cNvPr>
          <p:cNvSpPr>
            <a:spLocks xmlns:a="http://schemas.openxmlformats.org/drawingml/2006/main" noGrp="1"/>
          </p:cNvSpPr>
          <p:nvPr/>
        </p:nvSpPr>
        <p:spPr>
          <a:xfrm xmlns:a="http://schemas.openxmlformats.org/drawingml/2006/main">
            <a:off x="8763000" y="29146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48B8B"/>
                </a:solidFill>
                <a:latin typeface="Arial"/>
                <a:ea typeface="Arial"/>
                <a:cs typeface="Arial"/>
              </a:defRPr>
            </a:defPPr>
            <a:lvl1pPr algn="ctr">
              <a:buNone/>
              <a:defRPr sz="1500" b="1">
                <a:solidFill>
                  <a:srgbClr val="F48B8B"/>
                </a:solidFill>
                <a:latin typeface="Arial"/>
                <a:ea typeface="Arial"/>
                <a:cs typeface="Arial"/>
              </a:defRPr>
            </a:lvl1pPr>
            <a:lvl2pPr algn="ctr">
              <a:buNone/>
              <a:defRPr sz="1500" b="1">
                <a:solidFill>
                  <a:srgbClr val="F48B8B"/>
                </a:solidFill>
                <a:latin typeface="Arial"/>
                <a:ea typeface="Arial"/>
                <a:cs typeface="Arial"/>
              </a:defRPr>
            </a:lvl2pPr>
            <a:lvl3pPr algn="ctr">
              <a:buNone/>
              <a:defRPr sz="1500" b="1">
                <a:solidFill>
                  <a:srgbClr val="F48B8B"/>
                </a:solidFill>
                <a:latin typeface="Arial"/>
                <a:ea typeface="Arial"/>
                <a:cs typeface="Arial"/>
              </a:defRPr>
            </a:lvl3pPr>
            <a:lvl4pPr algn="ctr">
              <a:buNone/>
              <a:defRPr sz="1500" b="1">
                <a:solidFill>
                  <a:srgbClr val="F48B8B"/>
                </a:solidFill>
                <a:latin typeface="Arial"/>
                <a:ea typeface="Arial"/>
                <a:cs typeface="Arial"/>
              </a:defRPr>
            </a:lvl4pPr>
            <a:lvl5pPr algn="ctr">
              <a:buNone/>
              <a:defRPr sz="1500" b="1">
                <a:solidFill>
                  <a:srgbClr val="F48B8B"/>
                </a:solidFill>
                <a:latin typeface="Arial"/>
                <a:ea typeface="Arial"/>
                <a:cs typeface="Arial"/>
              </a:defRPr>
            </a:lvl5pPr>
            <a:lvl6pPr algn="ctr">
              <a:buNone/>
              <a:defRPr sz="1500" b="1">
                <a:solidFill>
                  <a:srgbClr val="F48B8B"/>
                </a:solidFill>
                <a:latin typeface="Arial"/>
                <a:ea typeface="Arial"/>
                <a:cs typeface="Arial"/>
              </a:defRPr>
            </a:lvl6pPr>
            <a:lvl7pPr algn="ctr">
              <a:buNone/>
              <a:defRPr sz="1500" b="1">
                <a:solidFill>
                  <a:srgbClr val="F48B8B"/>
                </a:solidFill>
                <a:latin typeface="Arial"/>
                <a:ea typeface="Arial"/>
                <a:cs typeface="Arial"/>
              </a:defRPr>
            </a:lvl7pPr>
            <a:lvl8pPr algn="ctr">
              <a:buNone/>
              <a:defRPr sz="1500" b="1">
                <a:solidFill>
                  <a:srgbClr val="F48B8B"/>
                </a:solidFill>
                <a:latin typeface="Arial"/>
                <a:ea typeface="Arial"/>
                <a:cs typeface="Arial"/>
              </a:defRPr>
            </a:lvl8pPr>
            <a:lvl9pPr algn="ctr">
              <a:buNone/>
              <a:defRPr sz="1500" b="1">
                <a:solidFill>
                  <a:srgbClr val="F48B8B"/>
                </a:solidFill>
                <a:latin typeface="Arial"/>
                <a:ea typeface="Arial"/>
                <a:cs typeface="Arial"/>
              </a:defRPr>
            </a:lvl9pPr>
          </a:lstStyle>
          <a:p xmlns:a="http://schemas.openxmlformats.org/drawingml/2006/main">
            <a:pPr algn="ctr">
              <a:lnSpc>
                <a:spcPct val="108000"/>
              </a:lnSpc>
              <a:buNone/>
              <a:defRPr sz="1500" b="1">
                <a:solidFill>
                  <a:srgbClr val="F48B8B"/>
                </a:solidFill>
                <a:latin typeface="Arial"/>
                <a:ea typeface="Arial"/>
                <a:cs typeface="Arial"/>
              </a:defRPr>
            </a:pPr>
            <a:r>
              <a:rPr sz="1500" b="1">
                <a:solidFill>
                  <a:srgbClr val="F48B8B"/>
                </a:solidFill>
                <a:latin typeface="Arial"/>
                <a:ea typeface="Arial"/>
                <a:cs typeface="Arial"/>
              </a:rPr>
              <a:t>VAT loss review</a:t>
            </a:r>
          </a:p>
        </p:txBody>
      </p:sp>
      <p:sp>
        <p:nvSpPr>
          <p:cNvPr id="15" name="">
            <a:extLst xmlns:a="http://schemas.openxmlformats.org/drawingml/2006/main">
              <a:ext uri="{FF2B5EF4-FFF2-40B4-BE49-F238E27FC236}">
                <a16:creationId xmlns:a16="http://schemas.microsoft.com/office/drawing/2014/main" id="{BB4EB7A9-DEEF-46A0-8B7E-6ABFCC8B5CB4}"/>
              </a:ext>
            </a:extLst>
          </p:cNvPr>
          <p:cNvSpPr>
            <a:spLocks xmlns:a="http://schemas.openxmlformats.org/drawingml/2006/main" noGrp="1"/>
          </p:cNvSpPr>
          <p:nvPr/>
        </p:nvSpPr>
        <p:spPr>
          <a:xfrm xmlns:a="http://schemas.openxmlformats.org/drawingml/2006/main">
            <a:off x="8763000" y="33337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A8B5C8"/>
                </a:solidFill>
                <a:latin typeface="Arial"/>
                <a:ea typeface="Arial"/>
                <a:cs typeface="Arial"/>
              </a:defRPr>
            </a:defPPr>
            <a:lvl1pPr algn="ctr">
              <a:buNone/>
              <a:defRPr sz="1050" b="0">
                <a:solidFill>
                  <a:srgbClr val="A8B5C8"/>
                </a:solidFill>
                <a:latin typeface="Arial"/>
                <a:ea typeface="Arial"/>
                <a:cs typeface="Arial"/>
              </a:defRPr>
            </a:lvl1pPr>
            <a:lvl2pPr algn="ctr">
              <a:buNone/>
              <a:defRPr sz="1050" b="0">
                <a:solidFill>
                  <a:srgbClr val="A8B5C8"/>
                </a:solidFill>
                <a:latin typeface="Arial"/>
                <a:ea typeface="Arial"/>
                <a:cs typeface="Arial"/>
              </a:defRPr>
            </a:lvl2pPr>
            <a:lvl3pPr algn="ctr">
              <a:buNone/>
              <a:defRPr sz="1050" b="0">
                <a:solidFill>
                  <a:srgbClr val="A8B5C8"/>
                </a:solidFill>
                <a:latin typeface="Arial"/>
                <a:ea typeface="Arial"/>
                <a:cs typeface="Arial"/>
              </a:defRPr>
            </a:lvl3pPr>
            <a:lvl4pPr algn="ctr">
              <a:buNone/>
              <a:defRPr sz="1050" b="0">
                <a:solidFill>
                  <a:srgbClr val="A8B5C8"/>
                </a:solidFill>
                <a:latin typeface="Arial"/>
                <a:ea typeface="Arial"/>
                <a:cs typeface="Arial"/>
              </a:defRPr>
            </a:lvl4pPr>
            <a:lvl5pPr algn="ctr">
              <a:buNone/>
              <a:defRPr sz="1050" b="0">
                <a:solidFill>
                  <a:srgbClr val="A8B5C8"/>
                </a:solidFill>
                <a:latin typeface="Arial"/>
                <a:ea typeface="Arial"/>
                <a:cs typeface="Arial"/>
              </a:defRPr>
            </a:lvl5pPr>
            <a:lvl6pPr algn="ctr">
              <a:buNone/>
              <a:defRPr sz="1050" b="0">
                <a:solidFill>
                  <a:srgbClr val="A8B5C8"/>
                </a:solidFill>
                <a:latin typeface="Arial"/>
                <a:ea typeface="Arial"/>
                <a:cs typeface="Arial"/>
              </a:defRPr>
            </a:lvl6pPr>
            <a:lvl7pPr algn="ctr">
              <a:buNone/>
              <a:defRPr sz="1050" b="0">
                <a:solidFill>
                  <a:srgbClr val="A8B5C8"/>
                </a:solidFill>
                <a:latin typeface="Arial"/>
                <a:ea typeface="Arial"/>
                <a:cs typeface="Arial"/>
              </a:defRPr>
            </a:lvl7pPr>
            <a:lvl8pPr algn="ctr">
              <a:buNone/>
              <a:defRPr sz="1050" b="0">
                <a:solidFill>
                  <a:srgbClr val="A8B5C8"/>
                </a:solidFill>
                <a:latin typeface="Arial"/>
                <a:ea typeface="Arial"/>
                <a:cs typeface="Arial"/>
              </a:defRPr>
            </a:lvl8pPr>
            <a:lvl9pPr algn="ctr">
              <a:buNone/>
              <a:defRPr sz="1050" b="0">
                <a:solidFill>
                  <a:srgbClr val="A8B5C8"/>
                </a:solidFill>
                <a:latin typeface="Arial"/>
                <a:ea typeface="Arial"/>
                <a:cs typeface="Arial"/>
              </a:defRPr>
            </a:lvl9pPr>
          </a:lstStyle>
          <a:p xmlns:a="http://schemas.openxmlformats.org/drawingml/2006/main">
            <a:pPr algn="ctr">
              <a:lnSpc>
                <a:spcPct val="108000"/>
              </a:lnSpc>
              <a:buNone/>
              <a:defRPr sz="1050" b="0">
                <a:solidFill>
                  <a:srgbClr val="A8B5C8"/>
                </a:solidFill>
                <a:latin typeface="Arial"/>
                <a:ea typeface="Arial"/>
                <a:cs typeface="Arial"/>
              </a:defRPr>
            </a:pPr>
            <a:r>
              <a:rPr sz="1050" b="0">
                <a:solidFill>
                  <a:srgbClr val="A8B5C8"/>
                </a:solidFill>
                <a:latin typeface="Arial"/>
                <a:ea typeface="Arial"/>
                <a:cs typeface="Arial"/>
              </a:rPr>
              <a:t>invoice trail &amp; payments</a:t>
            </a:r>
          </a:p>
        </p:txBody>
      </p:sp>
      <p:sp>
        <p:nvSpPr>
          <p:cNvPr id="16" name="">
            <a:extLst xmlns:a="http://schemas.openxmlformats.org/drawingml/2006/main">
              <a:ext uri="{FF2B5EF4-FFF2-40B4-BE49-F238E27FC236}">
                <a16:creationId xmlns:a16="http://schemas.microsoft.com/office/drawing/2014/main" id="{6536D9B5-F4AF-450D-AE82-6E07562E55C2}"/>
              </a:ext>
            </a:extLst>
          </p:cNvPr>
          <p:cNvSpPr>
            <a:spLocks xmlns:a="http://schemas.openxmlformats.org/drawingml/2006/main" noGrp="1"/>
          </p:cNvSpPr>
          <p:nvPr/>
        </p:nvSpPr>
        <p:spPr>
          <a:xfrm xmlns:a="http://schemas.openxmlformats.org/drawingml/2006/main">
            <a:off x="3390900" y="3067050"/>
            <a:ext cx="895350" cy="361950"/>
          </a:xfrm>
          <a:prstGeom xmlns:a="http://schemas.openxmlformats.org/drawingml/2006/main" prst="rightArrow">
            <a:avLst/>
          </a:prstGeom>
          <a:solidFill xmlns:a="http://schemas.openxmlformats.org/drawingml/2006/main">
            <a:srgbClr val="2B3D5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F273B96-2B73-42B9-949F-F5B82876DBFD}"/>
              </a:ext>
            </a:extLst>
          </p:cNvPr>
          <p:cNvSpPr>
            <a:spLocks xmlns:a="http://schemas.openxmlformats.org/drawingml/2006/main" noGrp="1"/>
          </p:cNvSpPr>
          <p:nvPr/>
        </p:nvSpPr>
        <p:spPr>
          <a:xfrm xmlns:a="http://schemas.openxmlformats.org/drawingml/2006/main">
            <a:off x="7543800" y="3067050"/>
            <a:ext cx="781050" cy="361950"/>
          </a:xfrm>
          <a:prstGeom xmlns:a="http://schemas.openxmlformats.org/drawingml/2006/main" prst="rightArrow">
            <a:avLst/>
          </a:prstGeom>
          <a:solidFill xmlns:a="http://schemas.openxmlformats.org/drawingml/2006/main">
            <a:srgbClr val="2B3D5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2E7547C-26F0-4EAB-AB11-5ADEA741F34B}"/>
              </a:ext>
            </a:extLst>
          </p:cNvPr>
          <p:cNvSpPr>
            <a:spLocks xmlns:a="http://schemas.openxmlformats.org/drawingml/2006/main" noGrp="1"/>
          </p:cNvSpPr>
          <p:nvPr/>
        </p:nvSpPr>
        <p:spPr>
          <a:xfrm xmlns:a="http://schemas.openxmlformats.org/drawingml/2006/main">
            <a:off x="609600" y="4438650"/>
            <a:ext cx="10953750" cy="1123950"/>
          </a:xfrm>
          <a:prstGeom xmlns:a="http://schemas.openxmlformats.org/drawingml/2006/main" prst="roundRect">
            <a:avLst>
              <a:gd name="adj" fmla="val 15254"/>
            </a:avLst>
          </a:prstGeom>
          <a:solidFill xmlns:a="http://schemas.openxmlformats.org/drawingml/2006/main">
            <a:srgbClr val="1A2A4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8815930-D9EC-49AF-8E67-D8D407F01076}"/>
              </a:ext>
            </a:extLst>
          </p:cNvPr>
          <p:cNvSpPr>
            <a:spLocks xmlns:a="http://schemas.openxmlformats.org/drawingml/2006/main" noGrp="1"/>
          </p:cNvSpPr>
          <p:nvPr/>
        </p:nvSpPr>
        <p:spPr>
          <a:xfrm xmlns:a="http://schemas.openxmlformats.org/drawingml/2006/main">
            <a:off x="876300" y="46482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5F7FA"/>
                </a:solidFill>
                <a:latin typeface="Arial"/>
                <a:ea typeface="Arial"/>
                <a:cs typeface="Arial"/>
              </a:defRPr>
            </a:defPPr>
            <a:lvl1pPr algn="l">
              <a:buNone/>
              <a:defRPr sz="1350" b="1">
                <a:solidFill>
                  <a:srgbClr val="F5F7FA"/>
                </a:solidFill>
                <a:latin typeface="Arial"/>
                <a:ea typeface="Arial"/>
                <a:cs typeface="Arial"/>
              </a:defRPr>
            </a:lvl1pPr>
            <a:lvl2pPr algn="l">
              <a:buNone/>
              <a:defRPr sz="1350" b="1">
                <a:solidFill>
                  <a:srgbClr val="F5F7FA"/>
                </a:solidFill>
                <a:latin typeface="Arial"/>
                <a:ea typeface="Arial"/>
                <a:cs typeface="Arial"/>
              </a:defRPr>
            </a:lvl2pPr>
            <a:lvl3pPr algn="l">
              <a:buNone/>
              <a:defRPr sz="1350" b="1">
                <a:solidFill>
                  <a:srgbClr val="F5F7FA"/>
                </a:solidFill>
                <a:latin typeface="Arial"/>
                <a:ea typeface="Arial"/>
                <a:cs typeface="Arial"/>
              </a:defRPr>
            </a:lvl3pPr>
            <a:lvl4pPr algn="l">
              <a:buNone/>
              <a:defRPr sz="1350" b="1">
                <a:solidFill>
                  <a:srgbClr val="F5F7FA"/>
                </a:solidFill>
                <a:latin typeface="Arial"/>
                <a:ea typeface="Arial"/>
                <a:cs typeface="Arial"/>
              </a:defRPr>
            </a:lvl4pPr>
            <a:lvl5pPr algn="l">
              <a:buNone/>
              <a:defRPr sz="1350" b="1">
                <a:solidFill>
                  <a:srgbClr val="F5F7FA"/>
                </a:solidFill>
                <a:latin typeface="Arial"/>
                <a:ea typeface="Arial"/>
                <a:cs typeface="Arial"/>
              </a:defRPr>
            </a:lvl5pPr>
            <a:lvl6pPr algn="l">
              <a:buNone/>
              <a:defRPr sz="1350" b="1">
                <a:solidFill>
                  <a:srgbClr val="F5F7FA"/>
                </a:solidFill>
                <a:latin typeface="Arial"/>
                <a:ea typeface="Arial"/>
                <a:cs typeface="Arial"/>
              </a:defRPr>
            </a:lvl6pPr>
            <a:lvl7pPr algn="l">
              <a:buNone/>
              <a:defRPr sz="1350" b="1">
                <a:solidFill>
                  <a:srgbClr val="F5F7FA"/>
                </a:solidFill>
                <a:latin typeface="Arial"/>
                <a:ea typeface="Arial"/>
                <a:cs typeface="Arial"/>
              </a:defRPr>
            </a:lvl7pPr>
            <a:lvl8pPr algn="l">
              <a:buNone/>
              <a:defRPr sz="1350" b="1">
                <a:solidFill>
                  <a:srgbClr val="F5F7FA"/>
                </a:solidFill>
                <a:latin typeface="Arial"/>
                <a:ea typeface="Arial"/>
                <a:cs typeface="Arial"/>
              </a:defRPr>
            </a:lvl8pPr>
            <a:lvl9pPr algn="l">
              <a:buNone/>
              <a:defRPr sz="1350" b="1">
                <a:solidFill>
                  <a:srgbClr val="F5F7FA"/>
                </a:solidFill>
                <a:latin typeface="Arial"/>
                <a:ea typeface="Arial"/>
                <a:cs typeface="Arial"/>
              </a:defRPr>
            </a:lvl9pPr>
          </a:lstStyle>
          <a:p xmlns:a="http://schemas.openxmlformats.org/drawingml/2006/main">
            <a:pPr algn="l">
              <a:lnSpc>
                <a:spcPct val="108000"/>
              </a:lnSpc>
              <a:buNone/>
              <a:defRPr sz="1350" b="1">
                <a:solidFill>
                  <a:srgbClr val="F5F7FA"/>
                </a:solidFill>
                <a:latin typeface="Arial"/>
                <a:ea typeface="Arial"/>
                <a:cs typeface="Arial"/>
              </a:defRPr>
            </a:pPr>
            <a:r>
              <a:rPr sz="1350" b="1">
                <a:solidFill>
                  <a:srgbClr val="F5F7FA"/>
                </a:solidFill>
                <a:latin typeface="Arial"/>
                <a:ea typeface="Arial"/>
                <a:cs typeface="Arial"/>
              </a:rPr>
              <a:t>EPPO reported a suspected Germany-linked €18m carousel VAT case in May 2026, involving missing traders and cross-border invoice chains.</a:t>
            </a:r>
          </a:p>
        </p:txBody>
      </p:sp>
      <p:sp>
        <p:nvSpPr>
          <p:cNvPr id="20" name="">
            <a:extLst xmlns:a="http://schemas.openxmlformats.org/drawingml/2006/main">
              <a:ext uri="{FF2B5EF4-FFF2-40B4-BE49-F238E27FC236}">
                <a16:creationId xmlns:a16="http://schemas.microsoft.com/office/drawing/2014/main" id="{9DA9B2AD-7633-4DAA-9227-4CFC9674CC63}"/>
              </a:ext>
            </a:extLst>
          </p:cNvPr>
          <p:cNvSpPr>
            <a:spLocks xmlns:a="http://schemas.openxmlformats.org/drawingml/2006/main" noGrp="1"/>
          </p:cNvSpPr>
          <p:nvPr/>
        </p:nvSpPr>
        <p:spPr>
          <a:xfrm xmlns:a="http://schemas.openxmlformats.org/drawingml/2006/main">
            <a:off x="876300" y="521970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8B5C8"/>
                </a:solidFill>
                <a:latin typeface="Arial"/>
                <a:ea typeface="Arial"/>
                <a:cs typeface="Arial"/>
              </a:defRPr>
            </a:defPPr>
            <a:lvl1pPr algn="l">
              <a:buNone/>
              <a:defRPr sz="975" b="0">
                <a:solidFill>
                  <a:srgbClr val="A8B5C8"/>
                </a:solidFill>
                <a:latin typeface="Arial"/>
                <a:ea typeface="Arial"/>
                <a:cs typeface="Arial"/>
              </a:defRPr>
            </a:lvl1pPr>
            <a:lvl2pPr algn="l">
              <a:buNone/>
              <a:defRPr sz="975" b="0">
                <a:solidFill>
                  <a:srgbClr val="A8B5C8"/>
                </a:solidFill>
                <a:latin typeface="Arial"/>
                <a:ea typeface="Arial"/>
                <a:cs typeface="Arial"/>
              </a:defRPr>
            </a:lvl2pPr>
            <a:lvl3pPr algn="l">
              <a:buNone/>
              <a:defRPr sz="975" b="0">
                <a:solidFill>
                  <a:srgbClr val="A8B5C8"/>
                </a:solidFill>
                <a:latin typeface="Arial"/>
                <a:ea typeface="Arial"/>
                <a:cs typeface="Arial"/>
              </a:defRPr>
            </a:lvl3pPr>
            <a:lvl4pPr algn="l">
              <a:buNone/>
              <a:defRPr sz="975" b="0">
                <a:solidFill>
                  <a:srgbClr val="A8B5C8"/>
                </a:solidFill>
                <a:latin typeface="Arial"/>
                <a:ea typeface="Arial"/>
                <a:cs typeface="Arial"/>
              </a:defRPr>
            </a:lvl4pPr>
            <a:lvl5pPr algn="l">
              <a:buNone/>
              <a:defRPr sz="975" b="0">
                <a:solidFill>
                  <a:srgbClr val="A8B5C8"/>
                </a:solidFill>
                <a:latin typeface="Arial"/>
                <a:ea typeface="Arial"/>
                <a:cs typeface="Arial"/>
              </a:defRPr>
            </a:lvl5pPr>
            <a:lvl6pPr algn="l">
              <a:buNone/>
              <a:defRPr sz="975" b="0">
                <a:solidFill>
                  <a:srgbClr val="A8B5C8"/>
                </a:solidFill>
                <a:latin typeface="Arial"/>
                <a:ea typeface="Arial"/>
                <a:cs typeface="Arial"/>
              </a:defRPr>
            </a:lvl6pPr>
            <a:lvl7pPr algn="l">
              <a:buNone/>
              <a:defRPr sz="975" b="0">
                <a:solidFill>
                  <a:srgbClr val="A8B5C8"/>
                </a:solidFill>
                <a:latin typeface="Arial"/>
                <a:ea typeface="Arial"/>
                <a:cs typeface="Arial"/>
              </a:defRPr>
            </a:lvl7pPr>
            <a:lvl8pPr algn="l">
              <a:buNone/>
              <a:defRPr sz="975" b="0">
                <a:solidFill>
                  <a:srgbClr val="A8B5C8"/>
                </a:solidFill>
                <a:latin typeface="Arial"/>
                <a:ea typeface="Arial"/>
                <a:cs typeface="Arial"/>
              </a:defRPr>
            </a:lvl8pPr>
            <a:lvl9pPr algn="l">
              <a:buNone/>
              <a:defRPr sz="975" b="0">
                <a:solidFill>
                  <a:srgbClr val="A8B5C8"/>
                </a:solidFill>
                <a:latin typeface="Arial"/>
                <a:ea typeface="Arial"/>
                <a:cs typeface="Arial"/>
              </a:defRPr>
            </a:lvl9pPr>
          </a:lstStyle>
          <a:p xmlns:a="http://schemas.openxmlformats.org/drawingml/2006/main">
            <a:pPr algn="l">
              <a:lnSpc>
                <a:spcPct val="108000"/>
              </a:lnSpc>
              <a:buNone/>
              <a:defRPr sz="975" b="0">
                <a:solidFill>
                  <a:srgbClr val="A8B5C8"/>
                </a:solidFill>
                <a:latin typeface="Arial"/>
                <a:ea typeface="Arial"/>
                <a:cs typeface="Arial"/>
              </a:defRPr>
            </a:pPr>
            <a:r>
              <a:rPr sz="975" b="0">
                <a:solidFill>
                  <a:srgbClr val="A8B5C8"/>
                </a:solidFill>
                <a:latin typeface="Arial"/>
                <a:ea typeface="Arial"/>
                <a:cs typeface="Arial"/>
              </a:rPr>
              <a:t>This prototype demonstrates the evidence-reconciliation pattern; it does not implement German VAT rules.</a:t>
            </a:r>
          </a:p>
        </p:txBody>
      </p:sp>
      <p:sp>
        <p:nvSpPr>
          <p:cNvPr id="21" name="">
            <a:extLst xmlns:a="http://schemas.openxmlformats.org/drawingml/2006/main">
              <a:ext uri="{FF2B5EF4-FFF2-40B4-BE49-F238E27FC236}">
                <a16:creationId xmlns:a16="http://schemas.microsoft.com/office/drawing/2014/main" id="{77F0EE05-AA96-473E-BA86-B0991ABB234D}"/>
              </a:ext>
            </a:extLst>
          </p:cNvPr>
          <p:cNvSpPr>
            <a:spLocks xmlns:a="http://schemas.openxmlformats.org/drawingml/2006/main" noGrp="1"/>
          </p:cNvSpPr>
          <p:nvPr/>
        </p:nvSpPr>
        <p:spPr>
          <a:xfrm xmlns:a="http://schemas.openxmlformats.org/drawingml/2006/main">
            <a:off x="609600" y="5838825"/>
            <a:ext cx="2000250" cy="285750"/>
          </a:xfrm>
          <a:prstGeom xmlns:a="http://schemas.openxmlformats.org/drawingml/2006/main" prst="roundRect">
            <a:avLst>
              <a:gd name="adj" fmla="val 50000"/>
            </a:avLst>
          </a:prstGeom>
          <a:solidFill xmlns:a="http://schemas.openxmlformats.org/drawingml/2006/main">
            <a:srgbClr val="1A2A4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242C4B6-3C87-418C-90A3-5B0917F1E916}"/>
              </a:ext>
            </a:extLst>
          </p:cNvPr>
          <p:cNvSpPr>
            <a:spLocks xmlns:a="http://schemas.openxmlformats.org/drawingml/2006/main" noGrp="1"/>
          </p:cNvSpPr>
          <p:nvPr/>
        </p:nvSpPr>
        <p:spPr>
          <a:xfrm xmlns:a="http://schemas.openxmlformats.org/drawingml/2006/main">
            <a:off x="704850" y="58578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63E6BE"/>
                </a:solidFill>
                <a:latin typeface="Arial"/>
                <a:ea typeface="Arial"/>
                <a:cs typeface="Arial"/>
              </a:defRPr>
            </a:defPPr>
            <a:lvl1pPr algn="ctr">
              <a:buNone/>
              <a:defRPr sz="900" b="1">
                <a:solidFill>
                  <a:srgbClr val="63E6BE"/>
                </a:solidFill>
                <a:latin typeface="Arial"/>
                <a:ea typeface="Arial"/>
                <a:cs typeface="Arial"/>
              </a:defRPr>
            </a:lvl1pPr>
            <a:lvl2pPr algn="ctr">
              <a:buNone/>
              <a:defRPr sz="900" b="1">
                <a:solidFill>
                  <a:srgbClr val="63E6BE"/>
                </a:solidFill>
                <a:latin typeface="Arial"/>
                <a:ea typeface="Arial"/>
                <a:cs typeface="Arial"/>
              </a:defRPr>
            </a:lvl2pPr>
            <a:lvl3pPr algn="ctr">
              <a:buNone/>
              <a:defRPr sz="900" b="1">
                <a:solidFill>
                  <a:srgbClr val="63E6BE"/>
                </a:solidFill>
                <a:latin typeface="Arial"/>
                <a:ea typeface="Arial"/>
                <a:cs typeface="Arial"/>
              </a:defRPr>
            </a:lvl3pPr>
            <a:lvl4pPr algn="ctr">
              <a:buNone/>
              <a:defRPr sz="900" b="1">
                <a:solidFill>
                  <a:srgbClr val="63E6BE"/>
                </a:solidFill>
                <a:latin typeface="Arial"/>
                <a:ea typeface="Arial"/>
                <a:cs typeface="Arial"/>
              </a:defRPr>
            </a:lvl4pPr>
            <a:lvl5pPr algn="ctr">
              <a:buNone/>
              <a:defRPr sz="900" b="1">
                <a:solidFill>
                  <a:srgbClr val="63E6BE"/>
                </a:solidFill>
                <a:latin typeface="Arial"/>
                <a:ea typeface="Arial"/>
                <a:cs typeface="Arial"/>
              </a:defRPr>
            </a:lvl5pPr>
            <a:lvl6pPr algn="ctr">
              <a:buNone/>
              <a:defRPr sz="900" b="1">
                <a:solidFill>
                  <a:srgbClr val="63E6BE"/>
                </a:solidFill>
                <a:latin typeface="Arial"/>
                <a:ea typeface="Arial"/>
                <a:cs typeface="Arial"/>
              </a:defRPr>
            </a:lvl6pPr>
            <a:lvl7pPr algn="ctr">
              <a:buNone/>
              <a:defRPr sz="900" b="1">
                <a:solidFill>
                  <a:srgbClr val="63E6BE"/>
                </a:solidFill>
                <a:latin typeface="Arial"/>
                <a:ea typeface="Arial"/>
                <a:cs typeface="Arial"/>
              </a:defRPr>
            </a:lvl7pPr>
            <a:lvl8pPr algn="ctr">
              <a:buNone/>
              <a:defRPr sz="900" b="1">
                <a:solidFill>
                  <a:srgbClr val="63E6BE"/>
                </a:solidFill>
                <a:latin typeface="Arial"/>
                <a:ea typeface="Arial"/>
                <a:cs typeface="Arial"/>
              </a:defRPr>
            </a:lvl8pPr>
            <a:lvl9pPr algn="ctr">
              <a:buNone/>
              <a:defRPr sz="900" b="1">
                <a:solidFill>
                  <a:srgbClr val="63E6BE"/>
                </a:solidFill>
                <a:latin typeface="Arial"/>
                <a:ea typeface="Arial"/>
                <a:cs typeface="Arial"/>
              </a:defRPr>
            </a:lvl9pPr>
          </a:lstStyle>
          <a:p xmlns:a="http://schemas.openxmlformats.org/drawingml/2006/main">
            <a:pPr algn="ctr">
              <a:lnSpc>
                <a:spcPct val="108000"/>
              </a:lnSpc>
              <a:buNone/>
              <a:defRPr sz="900" b="1">
                <a:solidFill>
                  <a:srgbClr val="63E6BE"/>
                </a:solidFill>
                <a:latin typeface="Arial"/>
                <a:ea typeface="Arial"/>
                <a:cs typeface="Arial"/>
              </a:defRPr>
            </a:pPr>
            <a:r>
              <a:rPr sz="900" b="1">
                <a:solidFill>
                  <a:srgbClr val="63E6BE"/>
                </a:solidFill>
                <a:latin typeface="Arial"/>
                <a:ea typeface="Arial"/>
                <a:cs typeface="Arial"/>
              </a:rPr>
              <a:t>PATTERN COMPARISON</a:t>
            </a:r>
          </a:p>
        </p:txBody>
      </p:sp>
    </p:spTree>
    <p:extLst>
      <p:ext uri="{BB962C8B-B14F-4D97-AF65-F5344CB8AC3E}">
        <p14:creationId xmlns:p14="http://schemas.microsoft.com/office/powerpoint/2010/main" val="846691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2026-10-19T13:02:16.4980000Z</dcterms:created>
  <dcterms:modified xsi:type="dcterms:W3CDTF">2026-10-19T13:02:16.4980000Z</dcterms:modified>
</coreProperties>
</file>